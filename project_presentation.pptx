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65" r:id="rId17"/>
  </p:sldIdLst>
  <p:sldSz cx="18300700" cy="10299700"/>
  <p:notesSz cx="18300700" cy="102997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46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vijit Chandra Balo" userId="11729b9d6ca57505" providerId="LiveId" clId="{E643C931-0DCE-40D0-96A1-C0CE8AE33E53}"/>
    <pc:docChg chg="custSel addSld modSld sldOrd">
      <pc:chgData name="Ovijit Chandra Balo" userId="11729b9d6ca57505" providerId="LiveId" clId="{E643C931-0DCE-40D0-96A1-C0CE8AE33E53}" dt="2024-05-18T21:42:25.114" v="55" actId="20577"/>
      <pc:docMkLst>
        <pc:docMk/>
      </pc:docMkLst>
      <pc:sldChg chg="modSp mod">
        <pc:chgData name="Ovijit Chandra Balo" userId="11729b9d6ca57505" providerId="LiveId" clId="{E643C931-0DCE-40D0-96A1-C0CE8AE33E53}" dt="2024-05-18T21:42:25.114" v="55" actId="20577"/>
        <pc:sldMkLst>
          <pc:docMk/>
          <pc:sldMk cId="0" sldId="265"/>
        </pc:sldMkLst>
        <pc:spChg chg="mod">
          <ac:chgData name="Ovijit Chandra Balo" userId="11729b9d6ca57505" providerId="LiveId" clId="{E643C931-0DCE-40D0-96A1-C0CE8AE33E53}" dt="2024-05-18T21:42:25.114" v="55" actId="20577"/>
          <ac:spMkLst>
            <pc:docMk/>
            <pc:sldMk cId="0" sldId="265"/>
            <ac:spMk id="20" creationId="{00000000-0000-0000-0000-000000000000}"/>
          </ac:spMkLst>
        </pc:spChg>
      </pc:sldChg>
      <pc:sldChg chg="addSp delSp modSp add mod ord">
        <pc:chgData name="Ovijit Chandra Balo" userId="11729b9d6ca57505" providerId="LiveId" clId="{E643C931-0DCE-40D0-96A1-C0CE8AE33E53}" dt="2024-05-18T21:42:10.539" v="54" actId="403"/>
        <pc:sldMkLst>
          <pc:docMk/>
          <pc:sldMk cId="1035611" sldId="271"/>
        </pc:sldMkLst>
        <pc:spChg chg="add mod">
          <ac:chgData name="Ovijit Chandra Balo" userId="11729b9d6ca57505" providerId="LiveId" clId="{E643C931-0DCE-40D0-96A1-C0CE8AE33E53}" dt="2024-05-18T21:42:10.539" v="54" actId="403"/>
          <ac:spMkLst>
            <pc:docMk/>
            <pc:sldMk cId="1035611" sldId="271"/>
            <ac:spMk id="18" creationId="{E6295391-4D48-09D6-1D32-C7FB36CF1A1D}"/>
          </ac:spMkLst>
        </pc:spChg>
        <pc:spChg chg="mod">
          <ac:chgData name="Ovijit Chandra Balo" userId="11729b9d6ca57505" providerId="LiveId" clId="{E643C931-0DCE-40D0-96A1-C0CE8AE33E53}" dt="2024-05-18T21:41:12.509" v="21" actId="20577"/>
          <ac:spMkLst>
            <pc:docMk/>
            <pc:sldMk cId="1035611" sldId="271"/>
            <ac:spMk id="21" creationId="{2DD5C0A5-3C61-A81E-A4AF-1C3C8BD48EB6}"/>
          </ac:spMkLst>
        </pc:spChg>
        <pc:picChg chg="del">
          <ac:chgData name="Ovijit Chandra Balo" userId="11729b9d6ca57505" providerId="LiveId" clId="{E643C931-0DCE-40D0-96A1-C0CE8AE33E53}" dt="2024-05-18T21:41:01.486" v="3" actId="478"/>
          <ac:picMkLst>
            <pc:docMk/>
            <pc:sldMk cId="1035611" sldId="271"/>
            <ac:picMk id="19" creationId="{7EE8F527-4BBF-4EC5-5D62-0F90C0FD333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9563"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66375" y="0"/>
            <a:ext cx="7929563" cy="515938"/>
          </a:xfrm>
          <a:prstGeom prst="rect">
            <a:avLst/>
          </a:prstGeom>
        </p:spPr>
        <p:txBody>
          <a:bodyPr vert="horz" lIns="91440" tIns="45720" rIns="91440" bIns="45720" rtlCol="0"/>
          <a:lstStyle>
            <a:lvl1pPr algn="r">
              <a:defRPr sz="1200"/>
            </a:lvl1pPr>
          </a:lstStyle>
          <a:p>
            <a:fld id="{610D752A-E319-46DB-BA22-68259CE8F482}" type="datetimeFigureOut">
              <a:rPr lang="en-US" smtClean="0"/>
              <a:t>5/19/2024</a:t>
            </a:fld>
            <a:endParaRPr lang="en-US"/>
          </a:p>
        </p:txBody>
      </p:sp>
      <p:sp>
        <p:nvSpPr>
          <p:cNvPr id="4" name="Slide Image Placeholder 3"/>
          <p:cNvSpPr>
            <a:spLocks noGrp="1" noRot="1" noChangeAspect="1"/>
          </p:cNvSpPr>
          <p:nvPr>
            <p:ph type="sldImg" idx="2"/>
          </p:nvPr>
        </p:nvSpPr>
        <p:spPr>
          <a:xfrm>
            <a:off x="6061075" y="1287463"/>
            <a:ext cx="6178550" cy="3476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30388" y="4956175"/>
            <a:ext cx="14639925" cy="4056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83763"/>
            <a:ext cx="7929563"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66375" y="9783763"/>
            <a:ext cx="7929563" cy="515937"/>
          </a:xfrm>
          <a:prstGeom prst="rect">
            <a:avLst/>
          </a:prstGeom>
        </p:spPr>
        <p:txBody>
          <a:bodyPr vert="horz" lIns="91440" tIns="45720" rIns="91440" bIns="45720" rtlCol="0" anchor="b"/>
          <a:lstStyle>
            <a:lvl1pPr algn="r">
              <a:defRPr sz="1200"/>
            </a:lvl1pPr>
          </a:lstStyle>
          <a:p>
            <a:fld id="{D49D6626-7D9F-4C4A-B44E-C4D08F6B34B3}" type="slidenum">
              <a:rPr lang="en-US" smtClean="0"/>
              <a:t>‹#›</a:t>
            </a:fld>
            <a:endParaRPr lang="en-US"/>
          </a:p>
        </p:txBody>
      </p:sp>
    </p:spTree>
    <p:extLst>
      <p:ext uri="{BB962C8B-B14F-4D97-AF65-F5344CB8AC3E}">
        <p14:creationId xmlns:p14="http://schemas.microsoft.com/office/powerpoint/2010/main" val="4273547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9D6626-7D9F-4C4A-B44E-C4D08F6B34B3}" type="slidenum">
              <a:rPr lang="en-US" smtClean="0"/>
              <a:t>3</a:t>
            </a:fld>
            <a:endParaRPr lang="en-US"/>
          </a:p>
        </p:txBody>
      </p:sp>
    </p:spTree>
    <p:extLst>
      <p:ext uri="{BB962C8B-B14F-4D97-AF65-F5344CB8AC3E}">
        <p14:creationId xmlns:p14="http://schemas.microsoft.com/office/powerpoint/2010/main" val="39787659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3F3F3"/>
          </a:solidFill>
        </p:spPr>
        <p:txBody>
          <a:bodyPr wrap="square" lIns="0" tIns="0" rIns="0" bIns="0" rtlCol="0"/>
          <a:lstStyle/>
          <a:p>
            <a:endParaRPr/>
          </a:p>
        </p:txBody>
      </p:sp>
      <p:sp>
        <p:nvSpPr>
          <p:cNvPr id="17" name="bg object 17"/>
          <p:cNvSpPr/>
          <p:nvPr/>
        </p:nvSpPr>
        <p:spPr>
          <a:xfrm>
            <a:off x="17045939" y="-723"/>
            <a:ext cx="1000125" cy="998219"/>
          </a:xfrm>
          <a:custGeom>
            <a:avLst/>
            <a:gdLst/>
            <a:ahLst/>
            <a:cxnLst/>
            <a:rect l="l" t="t" r="r" b="b"/>
            <a:pathLst>
              <a:path w="1000125" h="998219">
                <a:moveTo>
                  <a:pt x="499745" y="0"/>
                </a:moveTo>
                <a:lnTo>
                  <a:pt x="497216" y="43789"/>
                </a:lnTo>
                <a:lnTo>
                  <a:pt x="489830" y="87288"/>
                </a:lnTo>
                <a:lnTo>
                  <a:pt x="477886" y="130192"/>
                </a:lnTo>
                <a:lnTo>
                  <a:pt x="461684" y="172195"/>
                </a:lnTo>
                <a:lnTo>
                  <a:pt x="441524" y="212993"/>
                </a:lnTo>
                <a:lnTo>
                  <a:pt x="417705" y="252280"/>
                </a:lnTo>
                <a:lnTo>
                  <a:pt x="390529" y="289751"/>
                </a:lnTo>
                <a:lnTo>
                  <a:pt x="360293" y="325102"/>
                </a:lnTo>
                <a:lnTo>
                  <a:pt x="327299" y="358027"/>
                </a:lnTo>
                <a:lnTo>
                  <a:pt x="291845" y="388221"/>
                </a:lnTo>
                <a:lnTo>
                  <a:pt x="254232" y="415378"/>
                </a:lnTo>
                <a:lnTo>
                  <a:pt x="214760" y="439195"/>
                </a:lnTo>
                <a:lnTo>
                  <a:pt x="173728" y="459365"/>
                </a:lnTo>
                <a:lnTo>
                  <a:pt x="131436" y="475585"/>
                </a:lnTo>
                <a:lnTo>
                  <a:pt x="88184" y="487548"/>
                </a:lnTo>
                <a:lnTo>
                  <a:pt x="44272" y="494949"/>
                </a:lnTo>
                <a:lnTo>
                  <a:pt x="0" y="497484"/>
                </a:lnTo>
                <a:lnTo>
                  <a:pt x="44272" y="500041"/>
                </a:lnTo>
                <a:lnTo>
                  <a:pt x="88184" y="507504"/>
                </a:lnTo>
                <a:lnTo>
                  <a:pt x="131436" y="519565"/>
                </a:lnTo>
                <a:lnTo>
                  <a:pt x="173728" y="535914"/>
                </a:lnTo>
                <a:lnTo>
                  <a:pt x="214760" y="556241"/>
                </a:lnTo>
                <a:lnTo>
                  <a:pt x="254232" y="580238"/>
                </a:lnTo>
                <a:lnTo>
                  <a:pt x="291845" y="607594"/>
                </a:lnTo>
                <a:lnTo>
                  <a:pt x="327299" y="638000"/>
                </a:lnTo>
                <a:lnTo>
                  <a:pt x="360293" y="671146"/>
                </a:lnTo>
                <a:lnTo>
                  <a:pt x="390529" y="706723"/>
                </a:lnTo>
                <a:lnTo>
                  <a:pt x="417705" y="744422"/>
                </a:lnTo>
                <a:lnTo>
                  <a:pt x="441524" y="783934"/>
                </a:lnTo>
                <a:lnTo>
                  <a:pt x="461684" y="824947"/>
                </a:lnTo>
                <a:lnTo>
                  <a:pt x="477886" y="867154"/>
                </a:lnTo>
                <a:lnTo>
                  <a:pt x="489830" y="910245"/>
                </a:lnTo>
                <a:lnTo>
                  <a:pt x="497216" y="953909"/>
                </a:lnTo>
                <a:lnTo>
                  <a:pt x="499745" y="997839"/>
                </a:lnTo>
                <a:lnTo>
                  <a:pt x="502272" y="953909"/>
                </a:lnTo>
                <a:lnTo>
                  <a:pt x="509656" y="910245"/>
                </a:lnTo>
                <a:lnTo>
                  <a:pt x="521597" y="867154"/>
                </a:lnTo>
                <a:lnTo>
                  <a:pt x="537797" y="824947"/>
                </a:lnTo>
                <a:lnTo>
                  <a:pt x="557958" y="783934"/>
                </a:lnTo>
                <a:lnTo>
                  <a:pt x="581781" y="744422"/>
                </a:lnTo>
                <a:lnTo>
                  <a:pt x="608967" y="706723"/>
                </a:lnTo>
                <a:lnTo>
                  <a:pt x="639218" y="671146"/>
                </a:lnTo>
                <a:lnTo>
                  <a:pt x="672234" y="638000"/>
                </a:lnTo>
                <a:lnTo>
                  <a:pt x="707719" y="607594"/>
                </a:lnTo>
                <a:lnTo>
                  <a:pt x="745373" y="580238"/>
                </a:lnTo>
                <a:lnTo>
                  <a:pt x="784897" y="556241"/>
                </a:lnTo>
                <a:lnTo>
                  <a:pt x="825993" y="535914"/>
                </a:lnTo>
                <a:lnTo>
                  <a:pt x="868362" y="519565"/>
                </a:lnTo>
                <a:lnTo>
                  <a:pt x="911706" y="507504"/>
                </a:lnTo>
                <a:lnTo>
                  <a:pt x="955726" y="500041"/>
                </a:lnTo>
                <a:lnTo>
                  <a:pt x="1000125" y="497484"/>
                </a:lnTo>
                <a:lnTo>
                  <a:pt x="955726" y="494949"/>
                </a:lnTo>
                <a:lnTo>
                  <a:pt x="911706" y="487548"/>
                </a:lnTo>
                <a:lnTo>
                  <a:pt x="868362" y="475585"/>
                </a:lnTo>
                <a:lnTo>
                  <a:pt x="825993" y="459365"/>
                </a:lnTo>
                <a:lnTo>
                  <a:pt x="784897" y="439195"/>
                </a:lnTo>
                <a:lnTo>
                  <a:pt x="745373" y="415378"/>
                </a:lnTo>
                <a:lnTo>
                  <a:pt x="707719" y="388221"/>
                </a:lnTo>
                <a:lnTo>
                  <a:pt x="672234" y="358027"/>
                </a:lnTo>
                <a:lnTo>
                  <a:pt x="639218" y="325102"/>
                </a:lnTo>
                <a:lnTo>
                  <a:pt x="608967" y="289751"/>
                </a:lnTo>
                <a:lnTo>
                  <a:pt x="581781" y="252280"/>
                </a:lnTo>
                <a:lnTo>
                  <a:pt x="557958" y="212993"/>
                </a:lnTo>
                <a:lnTo>
                  <a:pt x="537797" y="172195"/>
                </a:lnTo>
                <a:lnTo>
                  <a:pt x="521597" y="130192"/>
                </a:lnTo>
                <a:lnTo>
                  <a:pt x="509656" y="87288"/>
                </a:lnTo>
                <a:lnTo>
                  <a:pt x="502272" y="43789"/>
                </a:lnTo>
                <a:lnTo>
                  <a:pt x="499745" y="0"/>
                </a:lnTo>
                <a:close/>
              </a:path>
            </a:pathLst>
          </a:custGeom>
          <a:solidFill>
            <a:srgbClr val="959595"/>
          </a:solidFill>
        </p:spPr>
        <p:txBody>
          <a:bodyPr wrap="square" lIns="0" tIns="0" rIns="0" bIns="0" rtlCol="0"/>
          <a:lstStyle/>
          <a:p>
            <a:endParaRPr/>
          </a:p>
        </p:txBody>
      </p:sp>
      <p:sp>
        <p:nvSpPr>
          <p:cNvPr id="18" name="bg object 18"/>
          <p:cNvSpPr/>
          <p:nvPr/>
        </p:nvSpPr>
        <p:spPr>
          <a:xfrm>
            <a:off x="17045982" y="-729"/>
            <a:ext cx="1000125" cy="998219"/>
          </a:xfrm>
          <a:custGeom>
            <a:avLst/>
            <a:gdLst/>
            <a:ahLst/>
            <a:cxnLst/>
            <a:rect l="l" t="t" r="r" b="b"/>
            <a:pathLst>
              <a:path w="1000125" h="998219">
                <a:moveTo>
                  <a:pt x="0" y="497480"/>
                </a:moveTo>
                <a:lnTo>
                  <a:pt x="44273" y="494945"/>
                </a:lnTo>
                <a:lnTo>
                  <a:pt x="88185" y="487544"/>
                </a:lnTo>
                <a:lnTo>
                  <a:pt x="131437" y="475581"/>
                </a:lnTo>
                <a:lnTo>
                  <a:pt x="173730" y="459362"/>
                </a:lnTo>
                <a:lnTo>
                  <a:pt x="214762" y="439191"/>
                </a:lnTo>
                <a:lnTo>
                  <a:pt x="254235" y="415375"/>
                </a:lnTo>
                <a:lnTo>
                  <a:pt x="291848" y="388217"/>
                </a:lnTo>
                <a:lnTo>
                  <a:pt x="327302" y="358024"/>
                </a:lnTo>
                <a:lnTo>
                  <a:pt x="360297" y="325099"/>
                </a:lnTo>
                <a:lnTo>
                  <a:pt x="390532" y="289749"/>
                </a:lnTo>
                <a:lnTo>
                  <a:pt x="417710" y="252278"/>
                </a:lnTo>
                <a:lnTo>
                  <a:pt x="441528" y="212991"/>
                </a:lnTo>
                <a:lnTo>
                  <a:pt x="461688" y="172194"/>
                </a:lnTo>
                <a:lnTo>
                  <a:pt x="477890" y="130191"/>
                </a:lnTo>
                <a:lnTo>
                  <a:pt x="489834" y="87287"/>
                </a:lnTo>
                <a:lnTo>
                  <a:pt x="497221" y="43789"/>
                </a:lnTo>
                <a:lnTo>
                  <a:pt x="499749" y="0"/>
                </a:lnTo>
                <a:lnTo>
                  <a:pt x="502277" y="43789"/>
                </a:lnTo>
                <a:lnTo>
                  <a:pt x="509661" y="87287"/>
                </a:lnTo>
                <a:lnTo>
                  <a:pt x="521602" y="130191"/>
                </a:lnTo>
                <a:lnTo>
                  <a:pt x="537801" y="172194"/>
                </a:lnTo>
                <a:lnTo>
                  <a:pt x="557961" y="212991"/>
                </a:lnTo>
                <a:lnTo>
                  <a:pt x="581781" y="252278"/>
                </a:lnTo>
                <a:lnTo>
                  <a:pt x="608964" y="289749"/>
                </a:lnTo>
                <a:lnTo>
                  <a:pt x="639211" y="325099"/>
                </a:lnTo>
                <a:lnTo>
                  <a:pt x="672222" y="358024"/>
                </a:lnTo>
                <a:lnTo>
                  <a:pt x="707700" y="388217"/>
                </a:lnTo>
                <a:lnTo>
                  <a:pt x="745346" y="415375"/>
                </a:lnTo>
                <a:lnTo>
                  <a:pt x="784860" y="439191"/>
                </a:lnTo>
                <a:lnTo>
                  <a:pt x="825944" y="459362"/>
                </a:lnTo>
                <a:lnTo>
                  <a:pt x="868300" y="475581"/>
                </a:lnTo>
                <a:lnTo>
                  <a:pt x="911628" y="487544"/>
                </a:lnTo>
                <a:lnTo>
                  <a:pt x="955630" y="494945"/>
                </a:lnTo>
                <a:lnTo>
                  <a:pt x="1000007" y="497480"/>
                </a:lnTo>
                <a:lnTo>
                  <a:pt x="955630" y="500037"/>
                </a:lnTo>
                <a:lnTo>
                  <a:pt x="911628" y="507500"/>
                </a:lnTo>
                <a:lnTo>
                  <a:pt x="868300" y="519561"/>
                </a:lnTo>
                <a:lnTo>
                  <a:pt x="825944" y="535910"/>
                </a:lnTo>
                <a:lnTo>
                  <a:pt x="784860" y="556237"/>
                </a:lnTo>
                <a:lnTo>
                  <a:pt x="745346" y="580234"/>
                </a:lnTo>
                <a:lnTo>
                  <a:pt x="707700" y="607590"/>
                </a:lnTo>
                <a:lnTo>
                  <a:pt x="672222" y="637996"/>
                </a:lnTo>
                <a:lnTo>
                  <a:pt x="639211" y="671142"/>
                </a:lnTo>
                <a:lnTo>
                  <a:pt x="608964" y="706720"/>
                </a:lnTo>
                <a:lnTo>
                  <a:pt x="581781" y="744420"/>
                </a:lnTo>
                <a:lnTo>
                  <a:pt x="557961" y="783932"/>
                </a:lnTo>
                <a:lnTo>
                  <a:pt x="537801" y="824946"/>
                </a:lnTo>
                <a:lnTo>
                  <a:pt x="521602" y="867154"/>
                </a:lnTo>
                <a:lnTo>
                  <a:pt x="509661" y="910246"/>
                </a:lnTo>
                <a:lnTo>
                  <a:pt x="502277" y="953912"/>
                </a:lnTo>
                <a:lnTo>
                  <a:pt x="499749" y="997843"/>
                </a:lnTo>
                <a:lnTo>
                  <a:pt x="497221" y="953912"/>
                </a:lnTo>
                <a:lnTo>
                  <a:pt x="489834" y="910246"/>
                </a:lnTo>
                <a:lnTo>
                  <a:pt x="477890" y="867154"/>
                </a:lnTo>
                <a:lnTo>
                  <a:pt x="461688" y="824946"/>
                </a:lnTo>
                <a:lnTo>
                  <a:pt x="441528" y="783932"/>
                </a:lnTo>
                <a:lnTo>
                  <a:pt x="417710" y="744420"/>
                </a:lnTo>
                <a:lnTo>
                  <a:pt x="390532" y="706720"/>
                </a:lnTo>
                <a:lnTo>
                  <a:pt x="360297" y="671142"/>
                </a:lnTo>
                <a:lnTo>
                  <a:pt x="327302" y="637996"/>
                </a:lnTo>
                <a:lnTo>
                  <a:pt x="291848" y="607590"/>
                </a:lnTo>
                <a:lnTo>
                  <a:pt x="254235" y="580234"/>
                </a:lnTo>
                <a:lnTo>
                  <a:pt x="214762" y="556237"/>
                </a:lnTo>
                <a:lnTo>
                  <a:pt x="173730" y="535910"/>
                </a:lnTo>
                <a:lnTo>
                  <a:pt x="131437" y="519561"/>
                </a:lnTo>
                <a:lnTo>
                  <a:pt x="88185" y="507500"/>
                </a:lnTo>
                <a:lnTo>
                  <a:pt x="44273" y="500037"/>
                </a:lnTo>
                <a:lnTo>
                  <a:pt x="0" y="497480"/>
                </a:lnTo>
                <a:close/>
              </a:path>
            </a:pathLst>
          </a:custGeom>
          <a:ln w="18718">
            <a:solidFill>
              <a:srgbClr val="959595"/>
            </a:solidFill>
          </a:ln>
        </p:spPr>
        <p:txBody>
          <a:bodyPr wrap="square" lIns="0" tIns="0" rIns="0" bIns="0" rtlCol="0"/>
          <a:lstStyle/>
          <a:p>
            <a:endParaRPr/>
          </a:p>
        </p:txBody>
      </p:sp>
      <p:sp>
        <p:nvSpPr>
          <p:cNvPr id="19" name="bg object 19"/>
          <p:cNvSpPr/>
          <p:nvPr/>
        </p:nvSpPr>
        <p:spPr>
          <a:xfrm>
            <a:off x="17393794" y="1310284"/>
            <a:ext cx="304165" cy="304165"/>
          </a:xfrm>
          <a:custGeom>
            <a:avLst/>
            <a:gdLst/>
            <a:ahLst/>
            <a:cxnLst/>
            <a:rect l="l" t="t" r="r" b="b"/>
            <a:pathLst>
              <a:path w="304165" h="304165">
                <a:moveTo>
                  <a:pt x="159766" y="0"/>
                </a:moveTo>
                <a:lnTo>
                  <a:pt x="143891" y="0"/>
                </a:lnTo>
                <a:lnTo>
                  <a:pt x="136017" y="723"/>
                </a:lnTo>
                <a:lnTo>
                  <a:pt x="97155" y="10083"/>
                </a:lnTo>
                <a:lnTo>
                  <a:pt x="62611" y="28803"/>
                </a:lnTo>
                <a:lnTo>
                  <a:pt x="33782" y="56159"/>
                </a:lnTo>
                <a:lnTo>
                  <a:pt x="12954" y="89992"/>
                </a:lnTo>
                <a:lnTo>
                  <a:pt x="2159" y="128143"/>
                </a:lnTo>
                <a:lnTo>
                  <a:pt x="635" y="136067"/>
                </a:lnTo>
                <a:lnTo>
                  <a:pt x="0" y="143992"/>
                </a:lnTo>
                <a:lnTo>
                  <a:pt x="0" y="151904"/>
                </a:lnTo>
                <a:lnTo>
                  <a:pt x="0" y="159829"/>
                </a:lnTo>
                <a:lnTo>
                  <a:pt x="635" y="167741"/>
                </a:lnTo>
                <a:lnTo>
                  <a:pt x="2159" y="175666"/>
                </a:lnTo>
                <a:lnTo>
                  <a:pt x="3556" y="183591"/>
                </a:lnTo>
                <a:lnTo>
                  <a:pt x="4953" y="190779"/>
                </a:lnTo>
                <a:lnTo>
                  <a:pt x="7874" y="198704"/>
                </a:lnTo>
                <a:lnTo>
                  <a:pt x="10033" y="205905"/>
                </a:lnTo>
                <a:lnTo>
                  <a:pt x="13589" y="213106"/>
                </a:lnTo>
                <a:lnTo>
                  <a:pt x="16510" y="220306"/>
                </a:lnTo>
                <a:lnTo>
                  <a:pt x="20828" y="227495"/>
                </a:lnTo>
                <a:lnTo>
                  <a:pt x="44577" y="259181"/>
                </a:lnTo>
                <a:lnTo>
                  <a:pt x="56769" y="269252"/>
                </a:lnTo>
                <a:lnTo>
                  <a:pt x="62611" y="274294"/>
                </a:lnTo>
                <a:lnTo>
                  <a:pt x="97790" y="293014"/>
                </a:lnTo>
                <a:lnTo>
                  <a:pt x="105029" y="295897"/>
                </a:lnTo>
                <a:lnTo>
                  <a:pt x="113030" y="298056"/>
                </a:lnTo>
                <a:lnTo>
                  <a:pt x="120142" y="299491"/>
                </a:lnTo>
                <a:lnTo>
                  <a:pt x="136017" y="302374"/>
                </a:lnTo>
                <a:lnTo>
                  <a:pt x="143891" y="303098"/>
                </a:lnTo>
                <a:lnTo>
                  <a:pt x="151892" y="303098"/>
                </a:lnTo>
                <a:lnTo>
                  <a:pt x="151892" y="303809"/>
                </a:lnTo>
                <a:lnTo>
                  <a:pt x="159766" y="303809"/>
                </a:lnTo>
                <a:lnTo>
                  <a:pt x="167640" y="303098"/>
                </a:lnTo>
                <a:lnTo>
                  <a:pt x="183515" y="300215"/>
                </a:lnTo>
                <a:lnTo>
                  <a:pt x="190754" y="298767"/>
                </a:lnTo>
                <a:lnTo>
                  <a:pt x="198628" y="295897"/>
                </a:lnTo>
                <a:lnTo>
                  <a:pt x="205867" y="293738"/>
                </a:lnTo>
                <a:lnTo>
                  <a:pt x="213106" y="290131"/>
                </a:lnTo>
                <a:lnTo>
                  <a:pt x="220218" y="287248"/>
                </a:lnTo>
                <a:lnTo>
                  <a:pt x="227457" y="282943"/>
                </a:lnTo>
                <a:lnTo>
                  <a:pt x="233934" y="279336"/>
                </a:lnTo>
                <a:lnTo>
                  <a:pt x="241173" y="274294"/>
                </a:lnTo>
                <a:lnTo>
                  <a:pt x="246888" y="269976"/>
                </a:lnTo>
                <a:lnTo>
                  <a:pt x="253365" y="264210"/>
                </a:lnTo>
                <a:lnTo>
                  <a:pt x="259080" y="259181"/>
                </a:lnTo>
                <a:lnTo>
                  <a:pt x="264160" y="253415"/>
                </a:lnTo>
                <a:lnTo>
                  <a:pt x="269240" y="246938"/>
                </a:lnTo>
                <a:lnTo>
                  <a:pt x="274193" y="241173"/>
                </a:lnTo>
                <a:lnTo>
                  <a:pt x="292989" y="205905"/>
                </a:lnTo>
                <a:lnTo>
                  <a:pt x="295783" y="198704"/>
                </a:lnTo>
                <a:lnTo>
                  <a:pt x="297942" y="190779"/>
                </a:lnTo>
                <a:lnTo>
                  <a:pt x="299466" y="183591"/>
                </a:lnTo>
                <a:lnTo>
                  <a:pt x="302260" y="167741"/>
                </a:lnTo>
                <a:lnTo>
                  <a:pt x="303022" y="159829"/>
                </a:lnTo>
                <a:lnTo>
                  <a:pt x="303022" y="151904"/>
                </a:lnTo>
                <a:lnTo>
                  <a:pt x="303784" y="151904"/>
                </a:lnTo>
                <a:lnTo>
                  <a:pt x="303784" y="143992"/>
                </a:lnTo>
                <a:lnTo>
                  <a:pt x="303022" y="136067"/>
                </a:lnTo>
                <a:lnTo>
                  <a:pt x="301625" y="128143"/>
                </a:lnTo>
                <a:lnTo>
                  <a:pt x="300101" y="120230"/>
                </a:lnTo>
                <a:lnTo>
                  <a:pt x="298704" y="112306"/>
                </a:lnTo>
                <a:lnTo>
                  <a:pt x="283591" y="76314"/>
                </a:lnTo>
                <a:lnTo>
                  <a:pt x="259080" y="44640"/>
                </a:lnTo>
                <a:lnTo>
                  <a:pt x="253365" y="38874"/>
                </a:lnTo>
                <a:lnTo>
                  <a:pt x="213741" y="12954"/>
                </a:lnTo>
                <a:lnTo>
                  <a:pt x="167640" y="723"/>
                </a:lnTo>
                <a:lnTo>
                  <a:pt x="159766" y="0"/>
                </a:lnTo>
                <a:close/>
              </a:path>
            </a:pathLst>
          </a:custGeom>
          <a:solidFill>
            <a:srgbClr val="36D636"/>
          </a:solidFill>
        </p:spPr>
        <p:txBody>
          <a:bodyPr wrap="square" lIns="0" tIns="0" rIns="0" bIns="0" rtlCol="0"/>
          <a:lstStyle/>
          <a:p>
            <a:endParaRPr/>
          </a:p>
        </p:txBody>
      </p:sp>
      <p:sp>
        <p:nvSpPr>
          <p:cNvPr id="20" name="bg object 20"/>
          <p:cNvSpPr/>
          <p:nvPr/>
        </p:nvSpPr>
        <p:spPr>
          <a:xfrm>
            <a:off x="17393713" y="1310280"/>
            <a:ext cx="304165" cy="304165"/>
          </a:xfrm>
          <a:custGeom>
            <a:avLst/>
            <a:gdLst/>
            <a:ahLst/>
            <a:cxnLst/>
            <a:rect l="l" t="t" r="r" b="b"/>
            <a:pathLst>
              <a:path w="304165" h="304165">
                <a:moveTo>
                  <a:pt x="0" y="151903"/>
                </a:moveTo>
                <a:lnTo>
                  <a:pt x="0" y="143991"/>
                </a:lnTo>
                <a:lnTo>
                  <a:pt x="762" y="136066"/>
                </a:lnTo>
                <a:lnTo>
                  <a:pt x="2159" y="128141"/>
                </a:lnTo>
                <a:lnTo>
                  <a:pt x="3683" y="120229"/>
                </a:lnTo>
                <a:lnTo>
                  <a:pt x="5080" y="112317"/>
                </a:lnTo>
                <a:lnTo>
                  <a:pt x="7239" y="105117"/>
                </a:lnTo>
                <a:lnTo>
                  <a:pt x="10160" y="97192"/>
                </a:lnTo>
                <a:lnTo>
                  <a:pt x="12954" y="89991"/>
                </a:lnTo>
                <a:lnTo>
                  <a:pt x="16637" y="82790"/>
                </a:lnTo>
                <a:lnTo>
                  <a:pt x="20193" y="75602"/>
                </a:lnTo>
                <a:lnTo>
                  <a:pt x="44704" y="44640"/>
                </a:lnTo>
                <a:lnTo>
                  <a:pt x="50419" y="38874"/>
                </a:lnTo>
                <a:lnTo>
                  <a:pt x="82804" y="16560"/>
                </a:lnTo>
                <a:lnTo>
                  <a:pt x="120270" y="3594"/>
                </a:lnTo>
                <a:lnTo>
                  <a:pt x="144019" y="0"/>
                </a:lnTo>
                <a:lnTo>
                  <a:pt x="152020" y="0"/>
                </a:lnTo>
                <a:lnTo>
                  <a:pt x="159894" y="0"/>
                </a:lnTo>
                <a:lnTo>
                  <a:pt x="198756" y="7200"/>
                </a:lnTo>
                <a:lnTo>
                  <a:pt x="234698" y="24472"/>
                </a:lnTo>
                <a:lnTo>
                  <a:pt x="259209" y="44640"/>
                </a:lnTo>
                <a:lnTo>
                  <a:pt x="265051" y="50393"/>
                </a:lnTo>
                <a:lnTo>
                  <a:pt x="287276" y="82790"/>
                </a:lnTo>
                <a:lnTo>
                  <a:pt x="300231" y="120229"/>
                </a:lnTo>
                <a:lnTo>
                  <a:pt x="301755" y="128141"/>
                </a:lnTo>
                <a:lnTo>
                  <a:pt x="303152" y="136066"/>
                </a:lnTo>
                <a:lnTo>
                  <a:pt x="303914" y="143991"/>
                </a:lnTo>
                <a:lnTo>
                  <a:pt x="303914" y="151903"/>
                </a:lnTo>
                <a:lnTo>
                  <a:pt x="303152" y="151903"/>
                </a:lnTo>
                <a:lnTo>
                  <a:pt x="303152" y="159828"/>
                </a:lnTo>
                <a:lnTo>
                  <a:pt x="295912" y="198702"/>
                </a:lnTo>
                <a:lnTo>
                  <a:pt x="293118" y="205903"/>
                </a:lnTo>
                <a:lnTo>
                  <a:pt x="290197" y="213828"/>
                </a:lnTo>
                <a:lnTo>
                  <a:pt x="269369" y="246936"/>
                </a:lnTo>
                <a:lnTo>
                  <a:pt x="264289" y="253426"/>
                </a:lnTo>
                <a:lnTo>
                  <a:pt x="259209" y="259179"/>
                </a:lnTo>
                <a:lnTo>
                  <a:pt x="253494" y="264221"/>
                </a:lnTo>
                <a:lnTo>
                  <a:pt x="247017" y="269974"/>
                </a:lnTo>
                <a:lnTo>
                  <a:pt x="241175" y="274292"/>
                </a:lnTo>
                <a:lnTo>
                  <a:pt x="234063" y="279334"/>
                </a:lnTo>
                <a:lnTo>
                  <a:pt x="227586" y="282941"/>
                </a:lnTo>
                <a:lnTo>
                  <a:pt x="220347" y="287258"/>
                </a:lnTo>
                <a:lnTo>
                  <a:pt x="213108" y="290141"/>
                </a:lnTo>
                <a:lnTo>
                  <a:pt x="205996" y="293735"/>
                </a:lnTo>
                <a:lnTo>
                  <a:pt x="198756" y="295894"/>
                </a:lnTo>
                <a:lnTo>
                  <a:pt x="159894" y="303819"/>
                </a:lnTo>
                <a:lnTo>
                  <a:pt x="152020" y="303819"/>
                </a:lnTo>
                <a:lnTo>
                  <a:pt x="152020" y="303095"/>
                </a:lnTo>
                <a:lnTo>
                  <a:pt x="144019" y="303095"/>
                </a:lnTo>
                <a:lnTo>
                  <a:pt x="105157" y="295894"/>
                </a:lnTo>
                <a:lnTo>
                  <a:pt x="97917" y="293012"/>
                </a:lnTo>
                <a:lnTo>
                  <a:pt x="90043" y="290141"/>
                </a:lnTo>
                <a:lnTo>
                  <a:pt x="56896" y="269250"/>
                </a:lnTo>
                <a:lnTo>
                  <a:pt x="50419" y="264221"/>
                </a:lnTo>
                <a:lnTo>
                  <a:pt x="24511" y="233982"/>
                </a:lnTo>
                <a:lnTo>
                  <a:pt x="20955" y="227505"/>
                </a:lnTo>
                <a:lnTo>
                  <a:pt x="16637" y="220305"/>
                </a:lnTo>
                <a:lnTo>
                  <a:pt x="13716" y="213104"/>
                </a:lnTo>
                <a:lnTo>
                  <a:pt x="10160" y="205903"/>
                </a:lnTo>
                <a:lnTo>
                  <a:pt x="8001" y="198702"/>
                </a:lnTo>
                <a:lnTo>
                  <a:pt x="0" y="159828"/>
                </a:lnTo>
                <a:lnTo>
                  <a:pt x="0" y="151903"/>
                </a:lnTo>
                <a:close/>
              </a:path>
            </a:pathLst>
          </a:custGeom>
          <a:ln w="18718">
            <a:solidFill>
              <a:srgbClr val="36D636"/>
            </a:solidFill>
          </a:ln>
        </p:spPr>
        <p:txBody>
          <a:bodyPr wrap="square" lIns="0" tIns="0" rIns="0" bIns="0" rtlCol="0"/>
          <a:lstStyle/>
          <a:p>
            <a:endParaRPr/>
          </a:p>
        </p:txBody>
      </p:sp>
      <p:sp>
        <p:nvSpPr>
          <p:cNvPr id="21" name="bg object 21"/>
          <p:cNvSpPr/>
          <p:nvPr/>
        </p:nvSpPr>
        <p:spPr>
          <a:xfrm>
            <a:off x="0" y="7923707"/>
            <a:ext cx="1184910" cy="2362200"/>
          </a:xfrm>
          <a:custGeom>
            <a:avLst/>
            <a:gdLst/>
            <a:ahLst/>
            <a:cxnLst/>
            <a:rect l="l" t="t" r="r" b="b"/>
            <a:pathLst>
              <a:path w="1184910" h="2362200">
                <a:moveTo>
                  <a:pt x="16948" y="1866900"/>
                </a:moveTo>
                <a:lnTo>
                  <a:pt x="1433" y="1866900"/>
                </a:lnTo>
                <a:lnTo>
                  <a:pt x="10940" y="1917700"/>
                </a:lnTo>
                <a:lnTo>
                  <a:pt x="23997" y="1955800"/>
                </a:lnTo>
                <a:lnTo>
                  <a:pt x="40449" y="2006600"/>
                </a:lnTo>
                <a:lnTo>
                  <a:pt x="60138" y="2044700"/>
                </a:lnTo>
                <a:lnTo>
                  <a:pt x="82909" y="2082800"/>
                </a:lnTo>
                <a:lnTo>
                  <a:pt x="108605" y="2120900"/>
                </a:lnTo>
                <a:lnTo>
                  <a:pt x="137070" y="2159000"/>
                </a:lnTo>
                <a:lnTo>
                  <a:pt x="168147" y="2197100"/>
                </a:lnTo>
                <a:lnTo>
                  <a:pt x="201681" y="2222500"/>
                </a:lnTo>
                <a:lnTo>
                  <a:pt x="237515" y="2247900"/>
                </a:lnTo>
                <a:lnTo>
                  <a:pt x="275492" y="2273300"/>
                </a:lnTo>
                <a:lnTo>
                  <a:pt x="315457" y="2298700"/>
                </a:lnTo>
                <a:lnTo>
                  <a:pt x="357253" y="2324100"/>
                </a:lnTo>
                <a:lnTo>
                  <a:pt x="400724" y="2336800"/>
                </a:lnTo>
                <a:lnTo>
                  <a:pt x="492064" y="2362200"/>
                </a:lnTo>
                <a:lnTo>
                  <a:pt x="684877" y="2362200"/>
                </a:lnTo>
                <a:lnTo>
                  <a:pt x="731423" y="2349500"/>
                </a:lnTo>
                <a:lnTo>
                  <a:pt x="494512" y="2349500"/>
                </a:lnTo>
                <a:lnTo>
                  <a:pt x="405544" y="2324100"/>
                </a:lnTo>
                <a:lnTo>
                  <a:pt x="363217" y="2311400"/>
                </a:lnTo>
                <a:lnTo>
                  <a:pt x="322529" y="2286000"/>
                </a:lnTo>
                <a:lnTo>
                  <a:pt x="283631" y="2260600"/>
                </a:lnTo>
                <a:lnTo>
                  <a:pt x="246673" y="2235200"/>
                </a:lnTo>
                <a:lnTo>
                  <a:pt x="211805" y="2209800"/>
                </a:lnTo>
                <a:lnTo>
                  <a:pt x="179180" y="2184400"/>
                </a:lnTo>
                <a:lnTo>
                  <a:pt x="148946" y="2146300"/>
                </a:lnTo>
                <a:lnTo>
                  <a:pt x="121255" y="2120900"/>
                </a:lnTo>
                <a:lnTo>
                  <a:pt x="96258" y="2082800"/>
                </a:lnTo>
                <a:lnTo>
                  <a:pt x="74105" y="2044700"/>
                </a:lnTo>
                <a:lnTo>
                  <a:pt x="54947" y="1993900"/>
                </a:lnTo>
                <a:lnTo>
                  <a:pt x="38934" y="1955800"/>
                </a:lnTo>
                <a:lnTo>
                  <a:pt x="26217" y="1917700"/>
                </a:lnTo>
                <a:lnTo>
                  <a:pt x="16948" y="1866900"/>
                </a:lnTo>
                <a:close/>
              </a:path>
              <a:path w="1184910" h="2362200">
                <a:moveTo>
                  <a:pt x="730515" y="1193800"/>
                </a:moveTo>
                <a:lnTo>
                  <a:pt x="635809" y="1193800"/>
                </a:lnTo>
                <a:lnTo>
                  <a:pt x="682333" y="1206500"/>
                </a:lnTo>
                <a:lnTo>
                  <a:pt x="727651" y="1206500"/>
                </a:lnTo>
                <a:lnTo>
                  <a:pt x="771613" y="1219200"/>
                </a:lnTo>
                <a:lnTo>
                  <a:pt x="814070" y="1244600"/>
                </a:lnTo>
                <a:lnTo>
                  <a:pt x="854871" y="1257300"/>
                </a:lnTo>
                <a:lnTo>
                  <a:pt x="893868" y="1282700"/>
                </a:lnTo>
                <a:lnTo>
                  <a:pt x="930910" y="1308100"/>
                </a:lnTo>
                <a:lnTo>
                  <a:pt x="965849" y="1333500"/>
                </a:lnTo>
                <a:lnTo>
                  <a:pt x="998534" y="1358900"/>
                </a:lnTo>
                <a:lnTo>
                  <a:pt x="1028817" y="1397000"/>
                </a:lnTo>
                <a:lnTo>
                  <a:pt x="1056546" y="1435100"/>
                </a:lnTo>
                <a:lnTo>
                  <a:pt x="1081574" y="1473200"/>
                </a:lnTo>
                <a:lnTo>
                  <a:pt x="1103750" y="1511300"/>
                </a:lnTo>
                <a:lnTo>
                  <a:pt x="1122925" y="1549400"/>
                </a:lnTo>
                <a:lnTo>
                  <a:pt x="1138948" y="1587500"/>
                </a:lnTo>
                <a:lnTo>
                  <a:pt x="1151672" y="1638300"/>
                </a:lnTo>
                <a:lnTo>
                  <a:pt x="1160945" y="1676400"/>
                </a:lnTo>
                <a:lnTo>
                  <a:pt x="1166618" y="1727200"/>
                </a:lnTo>
                <a:lnTo>
                  <a:pt x="1168543" y="1778000"/>
                </a:lnTo>
                <a:lnTo>
                  <a:pt x="1166618" y="1816100"/>
                </a:lnTo>
                <a:lnTo>
                  <a:pt x="1160945" y="1866900"/>
                </a:lnTo>
                <a:lnTo>
                  <a:pt x="1151672" y="1917700"/>
                </a:lnTo>
                <a:lnTo>
                  <a:pt x="1138948" y="1955800"/>
                </a:lnTo>
                <a:lnTo>
                  <a:pt x="1122925" y="1993900"/>
                </a:lnTo>
                <a:lnTo>
                  <a:pt x="1103750" y="2044700"/>
                </a:lnTo>
                <a:lnTo>
                  <a:pt x="1081574" y="2082800"/>
                </a:lnTo>
                <a:lnTo>
                  <a:pt x="1056546" y="2120900"/>
                </a:lnTo>
                <a:lnTo>
                  <a:pt x="1028817" y="2146300"/>
                </a:lnTo>
                <a:lnTo>
                  <a:pt x="998534" y="2184400"/>
                </a:lnTo>
                <a:lnTo>
                  <a:pt x="965849" y="2209800"/>
                </a:lnTo>
                <a:lnTo>
                  <a:pt x="930910" y="2235200"/>
                </a:lnTo>
                <a:lnTo>
                  <a:pt x="893868" y="2260600"/>
                </a:lnTo>
                <a:lnTo>
                  <a:pt x="854871" y="2286000"/>
                </a:lnTo>
                <a:lnTo>
                  <a:pt x="814070" y="2311400"/>
                </a:lnTo>
                <a:lnTo>
                  <a:pt x="771613" y="2324100"/>
                </a:lnTo>
                <a:lnTo>
                  <a:pt x="682333" y="2349500"/>
                </a:lnTo>
                <a:lnTo>
                  <a:pt x="731423" y="2349500"/>
                </a:lnTo>
                <a:lnTo>
                  <a:pt x="820191" y="2324100"/>
                </a:lnTo>
                <a:lnTo>
                  <a:pt x="862104" y="2298700"/>
                </a:lnTo>
                <a:lnTo>
                  <a:pt x="902165" y="2273300"/>
                </a:lnTo>
                <a:lnTo>
                  <a:pt x="940220" y="2247900"/>
                </a:lnTo>
                <a:lnTo>
                  <a:pt x="976115" y="2222500"/>
                </a:lnTo>
                <a:lnTo>
                  <a:pt x="1009695" y="2197100"/>
                </a:lnTo>
                <a:lnTo>
                  <a:pt x="1040809" y="2159000"/>
                </a:lnTo>
                <a:lnTo>
                  <a:pt x="1069300" y="2120900"/>
                </a:lnTo>
                <a:lnTo>
                  <a:pt x="1095016" y="2082800"/>
                </a:lnTo>
                <a:lnTo>
                  <a:pt x="1117802" y="2044700"/>
                </a:lnTo>
                <a:lnTo>
                  <a:pt x="1137505" y="2006600"/>
                </a:lnTo>
                <a:lnTo>
                  <a:pt x="1153971" y="1955800"/>
                </a:lnTo>
                <a:lnTo>
                  <a:pt x="1167046" y="1917700"/>
                </a:lnTo>
                <a:lnTo>
                  <a:pt x="1176575" y="1866900"/>
                </a:lnTo>
                <a:lnTo>
                  <a:pt x="1182406" y="1828800"/>
                </a:lnTo>
                <a:lnTo>
                  <a:pt x="1184384" y="1778000"/>
                </a:lnTo>
                <a:lnTo>
                  <a:pt x="1182396" y="1727200"/>
                </a:lnTo>
                <a:lnTo>
                  <a:pt x="1176539" y="1676400"/>
                </a:lnTo>
                <a:lnTo>
                  <a:pt x="1166967" y="1625600"/>
                </a:lnTo>
                <a:lnTo>
                  <a:pt x="1153838" y="1587500"/>
                </a:lnTo>
                <a:lnTo>
                  <a:pt x="1137307" y="1536700"/>
                </a:lnTo>
                <a:lnTo>
                  <a:pt x="1117531" y="1498600"/>
                </a:lnTo>
                <a:lnTo>
                  <a:pt x="1094666" y="1460500"/>
                </a:lnTo>
                <a:lnTo>
                  <a:pt x="1068869" y="1422400"/>
                </a:lnTo>
                <a:lnTo>
                  <a:pt x="1040295" y="1384300"/>
                </a:lnTo>
                <a:lnTo>
                  <a:pt x="1009101" y="1358900"/>
                </a:lnTo>
                <a:lnTo>
                  <a:pt x="975444" y="1320800"/>
                </a:lnTo>
                <a:lnTo>
                  <a:pt x="939479" y="1295400"/>
                </a:lnTo>
                <a:lnTo>
                  <a:pt x="901364" y="1270000"/>
                </a:lnTo>
                <a:lnTo>
                  <a:pt x="861253" y="1244600"/>
                </a:lnTo>
                <a:lnTo>
                  <a:pt x="819304" y="1219200"/>
                </a:lnTo>
                <a:lnTo>
                  <a:pt x="730515" y="1193800"/>
                </a:lnTo>
                <a:close/>
              </a:path>
              <a:path w="1184910" h="2362200">
                <a:moveTo>
                  <a:pt x="683988" y="1181100"/>
                </a:moveTo>
                <a:lnTo>
                  <a:pt x="493910" y="1181100"/>
                </a:lnTo>
                <a:lnTo>
                  <a:pt x="447302" y="1193800"/>
                </a:lnTo>
                <a:lnTo>
                  <a:pt x="358401" y="1219200"/>
                </a:lnTo>
                <a:lnTo>
                  <a:pt x="316418" y="1244600"/>
                </a:lnTo>
                <a:lnTo>
                  <a:pt x="276288" y="1270000"/>
                </a:lnTo>
                <a:lnTo>
                  <a:pt x="238165" y="1295400"/>
                </a:lnTo>
                <a:lnTo>
                  <a:pt x="202204" y="1320800"/>
                </a:lnTo>
                <a:lnTo>
                  <a:pt x="168560" y="1358900"/>
                </a:lnTo>
                <a:lnTo>
                  <a:pt x="137389" y="1384300"/>
                </a:lnTo>
                <a:lnTo>
                  <a:pt x="108844" y="1422400"/>
                </a:lnTo>
                <a:lnTo>
                  <a:pt x="83082" y="1460500"/>
                </a:lnTo>
                <a:lnTo>
                  <a:pt x="60258" y="1498600"/>
                </a:lnTo>
                <a:lnTo>
                  <a:pt x="40525" y="1549400"/>
                </a:lnTo>
                <a:lnTo>
                  <a:pt x="24040" y="1587500"/>
                </a:lnTo>
                <a:lnTo>
                  <a:pt x="10958" y="1638300"/>
                </a:lnTo>
                <a:lnTo>
                  <a:pt x="1433" y="1676400"/>
                </a:lnTo>
                <a:lnTo>
                  <a:pt x="0" y="1676400"/>
                </a:lnTo>
                <a:lnTo>
                  <a:pt x="0" y="1879600"/>
                </a:lnTo>
                <a:lnTo>
                  <a:pt x="1433" y="1866900"/>
                </a:lnTo>
                <a:lnTo>
                  <a:pt x="16948" y="1866900"/>
                </a:lnTo>
                <a:lnTo>
                  <a:pt x="11275" y="1816100"/>
                </a:lnTo>
                <a:lnTo>
                  <a:pt x="9351" y="1778000"/>
                </a:lnTo>
                <a:lnTo>
                  <a:pt x="11275" y="1727200"/>
                </a:lnTo>
                <a:lnTo>
                  <a:pt x="16948" y="1676400"/>
                </a:lnTo>
                <a:lnTo>
                  <a:pt x="26217" y="1638300"/>
                </a:lnTo>
                <a:lnTo>
                  <a:pt x="38934" y="1587500"/>
                </a:lnTo>
                <a:lnTo>
                  <a:pt x="54947" y="1549400"/>
                </a:lnTo>
                <a:lnTo>
                  <a:pt x="74105" y="1511300"/>
                </a:lnTo>
                <a:lnTo>
                  <a:pt x="96258" y="1473200"/>
                </a:lnTo>
                <a:lnTo>
                  <a:pt x="121255" y="1435100"/>
                </a:lnTo>
                <a:lnTo>
                  <a:pt x="148946" y="1397000"/>
                </a:lnTo>
                <a:lnTo>
                  <a:pt x="179180" y="1358900"/>
                </a:lnTo>
                <a:lnTo>
                  <a:pt x="211805" y="1333500"/>
                </a:lnTo>
                <a:lnTo>
                  <a:pt x="246673" y="1308100"/>
                </a:lnTo>
                <a:lnTo>
                  <a:pt x="283631" y="1282700"/>
                </a:lnTo>
                <a:lnTo>
                  <a:pt x="322529" y="1257300"/>
                </a:lnTo>
                <a:lnTo>
                  <a:pt x="363217" y="1244600"/>
                </a:lnTo>
                <a:lnTo>
                  <a:pt x="405544" y="1219200"/>
                </a:lnTo>
                <a:lnTo>
                  <a:pt x="449360" y="1206500"/>
                </a:lnTo>
                <a:lnTo>
                  <a:pt x="494512" y="1206500"/>
                </a:lnTo>
                <a:lnTo>
                  <a:pt x="540852" y="1193800"/>
                </a:lnTo>
                <a:lnTo>
                  <a:pt x="730515" y="1193800"/>
                </a:lnTo>
                <a:lnTo>
                  <a:pt x="683988" y="1181100"/>
                </a:lnTo>
                <a:close/>
              </a:path>
              <a:path w="1184910" h="2362200">
                <a:moveTo>
                  <a:pt x="0" y="495300"/>
                </a:moveTo>
                <a:lnTo>
                  <a:pt x="0" y="698500"/>
                </a:lnTo>
                <a:lnTo>
                  <a:pt x="1433" y="698500"/>
                </a:lnTo>
                <a:lnTo>
                  <a:pt x="10958" y="736600"/>
                </a:lnTo>
                <a:lnTo>
                  <a:pt x="24040" y="787400"/>
                </a:lnTo>
                <a:lnTo>
                  <a:pt x="40525" y="825500"/>
                </a:lnTo>
                <a:lnTo>
                  <a:pt x="60258" y="876300"/>
                </a:lnTo>
                <a:lnTo>
                  <a:pt x="83082" y="914400"/>
                </a:lnTo>
                <a:lnTo>
                  <a:pt x="108844" y="952500"/>
                </a:lnTo>
                <a:lnTo>
                  <a:pt x="137389" y="990600"/>
                </a:lnTo>
                <a:lnTo>
                  <a:pt x="168560" y="1016000"/>
                </a:lnTo>
                <a:lnTo>
                  <a:pt x="202204" y="1054100"/>
                </a:lnTo>
                <a:lnTo>
                  <a:pt x="238165" y="1079500"/>
                </a:lnTo>
                <a:lnTo>
                  <a:pt x="276288" y="1104900"/>
                </a:lnTo>
                <a:lnTo>
                  <a:pt x="316418" y="1130300"/>
                </a:lnTo>
                <a:lnTo>
                  <a:pt x="358401" y="1143000"/>
                </a:lnTo>
                <a:lnTo>
                  <a:pt x="402080" y="1168400"/>
                </a:lnTo>
                <a:lnTo>
                  <a:pt x="447302" y="1181100"/>
                </a:lnTo>
                <a:lnTo>
                  <a:pt x="540852" y="1181100"/>
                </a:lnTo>
                <a:lnTo>
                  <a:pt x="449360" y="1155700"/>
                </a:lnTo>
                <a:lnTo>
                  <a:pt x="405544" y="1143000"/>
                </a:lnTo>
                <a:lnTo>
                  <a:pt x="363217" y="1130300"/>
                </a:lnTo>
                <a:lnTo>
                  <a:pt x="322529" y="1117600"/>
                </a:lnTo>
                <a:lnTo>
                  <a:pt x="283631" y="1092200"/>
                </a:lnTo>
                <a:lnTo>
                  <a:pt x="246673" y="1066800"/>
                </a:lnTo>
                <a:lnTo>
                  <a:pt x="211805" y="1041400"/>
                </a:lnTo>
                <a:lnTo>
                  <a:pt x="179180" y="1003300"/>
                </a:lnTo>
                <a:lnTo>
                  <a:pt x="148946" y="977900"/>
                </a:lnTo>
                <a:lnTo>
                  <a:pt x="121255" y="939800"/>
                </a:lnTo>
                <a:lnTo>
                  <a:pt x="96258" y="901700"/>
                </a:lnTo>
                <a:lnTo>
                  <a:pt x="74105" y="863600"/>
                </a:lnTo>
                <a:lnTo>
                  <a:pt x="54947" y="825500"/>
                </a:lnTo>
                <a:lnTo>
                  <a:pt x="38934" y="787400"/>
                </a:lnTo>
                <a:lnTo>
                  <a:pt x="26217" y="736600"/>
                </a:lnTo>
                <a:lnTo>
                  <a:pt x="16948" y="698500"/>
                </a:lnTo>
                <a:lnTo>
                  <a:pt x="11275" y="647700"/>
                </a:lnTo>
                <a:lnTo>
                  <a:pt x="9351" y="596900"/>
                </a:lnTo>
                <a:lnTo>
                  <a:pt x="11275" y="546100"/>
                </a:lnTo>
                <a:lnTo>
                  <a:pt x="16948" y="508000"/>
                </a:lnTo>
                <a:lnTo>
                  <a:pt x="1433" y="508000"/>
                </a:lnTo>
                <a:lnTo>
                  <a:pt x="0" y="495300"/>
                </a:lnTo>
                <a:close/>
              </a:path>
              <a:path w="1184910" h="2362200">
                <a:moveTo>
                  <a:pt x="731423" y="25400"/>
                </a:moveTo>
                <a:lnTo>
                  <a:pt x="682333" y="25400"/>
                </a:lnTo>
                <a:lnTo>
                  <a:pt x="771613" y="50800"/>
                </a:lnTo>
                <a:lnTo>
                  <a:pt x="814070" y="63500"/>
                </a:lnTo>
                <a:lnTo>
                  <a:pt x="854871" y="88900"/>
                </a:lnTo>
                <a:lnTo>
                  <a:pt x="893868" y="101600"/>
                </a:lnTo>
                <a:lnTo>
                  <a:pt x="930910" y="127000"/>
                </a:lnTo>
                <a:lnTo>
                  <a:pt x="965849" y="165100"/>
                </a:lnTo>
                <a:lnTo>
                  <a:pt x="998534" y="190500"/>
                </a:lnTo>
                <a:lnTo>
                  <a:pt x="1028817" y="215900"/>
                </a:lnTo>
                <a:lnTo>
                  <a:pt x="1056546" y="254000"/>
                </a:lnTo>
                <a:lnTo>
                  <a:pt x="1081574" y="292100"/>
                </a:lnTo>
                <a:lnTo>
                  <a:pt x="1103750" y="330200"/>
                </a:lnTo>
                <a:lnTo>
                  <a:pt x="1122925" y="368300"/>
                </a:lnTo>
                <a:lnTo>
                  <a:pt x="1138948" y="419100"/>
                </a:lnTo>
                <a:lnTo>
                  <a:pt x="1151672" y="457200"/>
                </a:lnTo>
                <a:lnTo>
                  <a:pt x="1160945" y="508000"/>
                </a:lnTo>
                <a:lnTo>
                  <a:pt x="1166618" y="546100"/>
                </a:lnTo>
                <a:lnTo>
                  <a:pt x="1168543" y="596900"/>
                </a:lnTo>
                <a:lnTo>
                  <a:pt x="1166618" y="647700"/>
                </a:lnTo>
                <a:lnTo>
                  <a:pt x="1160945" y="698500"/>
                </a:lnTo>
                <a:lnTo>
                  <a:pt x="1151672" y="736600"/>
                </a:lnTo>
                <a:lnTo>
                  <a:pt x="1138948" y="787400"/>
                </a:lnTo>
                <a:lnTo>
                  <a:pt x="1122925" y="825500"/>
                </a:lnTo>
                <a:lnTo>
                  <a:pt x="1103750" y="863600"/>
                </a:lnTo>
                <a:lnTo>
                  <a:pt x="1081574" y="901700"/>
                </a:lnTo>
                <a:lnTo>
                  <a:pt x="1056546" y="939800"/>
                </a:lnTo>
                <a:lnTo>
                  <a:pt x="1028817" y="977900"/>
                </a:lnTo>
                <a:lnTo>
                  <a:pt x="998534" y="1003300"/>
                </a:lnTo>
                <a:lnTo>
                  <a:pt x="965849" y="1041400"/>
                </a:lnTo>
                <a:lnTo>
                  <a:pt x="930910" y="1066800"/>
                </a:lnTo>
                <a:lnTo>
                  <a:pt x="893868" y="1092200"/>
                </a:lnTo>
                <a:lnTo>
                  <a:pt x="854871" y="1117600"/>
                </a:lnTo>
                <a:lnTo>
                  <a:pt x="814070" y="1130300"/>
                </a:lnTo>
                <a:lnTo>
                  <a:pt x="771613" y="1143000"/>
                </a:lnTo>
                <a:lnTo>
                  <a:pt x="727651" y="1155700"/>
                </a:lnTo>
                <a:lnTo>
                  <a:pt x="635809" y="1181100"/>
                </a:lnTo>
                <a:lnTo>
                  <a:pt x="730515" y="1181100"/>
                </a:lnTo>
                <a:lnTo>
                  <a:pt x="775672" y="1168400"/>
                </a:lnTo>
                <a:lnTo>
                  <a:pt x="819304" y="1143000"/>
                </a:lnTo>
                <a:lnTo>
                  <a:pt x="861253" y="1130300"/>
                </a:lnTo>
                <a:lnTo>
                  <a:pt x="901364" y="1104900"/>
                </a:lnTo>
                <a:lnTo>
                  <a:pt x="939479" y="1079500"/>
                </a:lnTo>
                <a:lnTo>
                  <a:pt x="975444" y="1054100"/>
                </a:lnTo>
                <a:lnTo>
                  <a:pt x="1009101" y="1016000"/>
                </a:lnTo>
                <a:lnTo>
                  <a:pt x="1040295" y="990600"/>
                </a:lnTo>
                <a:lnTo>
                  <a:pt x="1068869" y="952500"/>
                </a:lnTo>
                <a:lnTo>
                  <a:pt x="1094666" y="914400"/>
                </a:lnTo>
                <a:lnTo>
                  <a:pt x="1117531" y="876300"/>
                </a:lnTo>
                <a:lnTo>
                  <a:pt x="1137307" y="825500"/>
                </a:lnTo>
                <a:lnTo>
                  <a:pt x="1153838" y="787400"/>
                </a:lnTo>
                <a:lnTo>
                  <a:pt x="1166967" y="736600"/>
                </a:lnTo>
                <a:lnTo>
                  <a:pt x="1176539" y="698500"/>
                </a:lnTo>
                <a:lnTo>
                  <a:pt x="1182396" y="647700"/>
                </a:lnTo>
                <a:lnTo>
                  <a:pt x="1184384" y="596900"/>
                </a:lnTo>
                <a:lnTo>
                  <a:pt x="1182406" y="546100"/>
                </a:lnTo>
                <a:lnTo>
                  <a:pt x="1176575" y="508000"/>
                </a:lnTo>
                <a:lnTo>
                  <a:pt x="1167046" y="457200"/>
                </a:lnTo>
                <a:lnTo>
                  <a:pt x="1153971" y="406400"/>
                </a:lnTo>
                <a:lnTo>
                  <a:pt x="1137505" y="368300"/>
                </a:lnTo>
                <a:lnTo>
                  <a:pt x="1117802" y="330200"/>
                </a:lnTo>
                <a:lnTo>
                  <a:pt x="1095016" y="279400"/>
                </a:lnTo>
                <a:lnTo>
                  <a:pt x="1069300" y="241300"/>
                </a:lnTo>
                <a:lnTo>
                  <a:pt x="1040809" y="215900"/>
                </a:lnTo>
                <a:lnTo>
                  <a:pt x="1009695" y="177800"/>
                </a:lnTo>
                <a:lnTo>
                  <a:pt x="976115" y="152400"/>
                </a:lnTo>
                <a:lnTo>
                  <a:pt x="940220" y="114300"/>
                </a:lnTo>
                <a:lnTo>
                  <a:pt x="902165" y="88900"/>
                </a:lnTo>
                <a:lnTo>
                  <a:pt x="862104" y="76200"/>
                </a:lnTo>
                <a:lnTo>
                  <a:pt x="820191" y="50800"/>
                </a:lnTo>
                <a:lnTo>
                  <a:pt x="731423" y="25400"/>
                </a:lnTo>
                <a:close/>
              </a:path>
              <a:path w="1184910" h="2362200">
                <a:moveTo>
                  <a:pt x="637094" y="0"/>
                </a:moveTo>
                <a:lnTo>
                  <a:pt x="539621" y="0"/>
                </a:lnTo>
                <a:lnTo>
                  <a:pt x="445713" y="25400"/>
                </a:lnTo>
                <a:lnTo>
                  <a:pt x="357253" y="50800"/>
                </a:lnTo>
                <a:lnTo>
                  <a:pt x="315457" y="76200"/>
                </a:lnTo>
                <a:lnTo>
                  <a:pt x="275492" y="88900"/>
                </a:lnTo>
                <a:lnTo>
                  <a:pt x="237515" y="114300"/>
                </a:lnTo>
                <a:lnTo>
                  <a:pt x="201681" y="152400"/>
                </a:lnTo>
                <a:lnTo>
                  <a:pt x="168147" y="177800"/>
                </a:lnTo>
                <a:lnTo>
                  <a:pt x="137070" y="215900"/>
                </a:lnTo>
                <a:lnTo>
                  <a:pt x="108605" y="254000"/>
                </a:lnTo>
                <a:lnTo>
                  <a:pt x="82909" y="292100"/>
                </a:lnTo>
                <a:lnTo>
                  <a:pt x="60138" y="330200"/>
                </a:lnTo>
                <a:lnTo>
                  <a:pt x="40449" y="368300"/>
                </a:lnTo>
                <a:lnTo>
                  <a:pt x="23997" y="406400"/>
                </a:lnTo>
                <a:lnTo>
                  <a:pt x="10940" y="457200"/>
                </a:lnTo>
                <a:lnTo>
                  <a:pt x="1433" y="508000"/>
                </a:lnTo>
                <a:lnTo>
                  <a:pt x="16948" y="508000"/>
                </a:lnTo>
                <a:lnTo>
                  <a:pt x="26217" y="457200"/>
                </a:lnTo>
                <a:lnTo>
                  <a:pt x="38934" y="419100"/>
                </a:lnTo>
                <a:lnTo>
                  <a:pt x="54947" y="368300"/>
                </a:lnTo>
                <a:lnTo>
                  <a:pt x="74105" y="330200"/>
                </a:lnTo>
                <a:lnTo>
                  <a:pt x="96258" y="292100"/>
                </a:lnTo>
                <a:lnTo>
                  <a:pt x="121255" y="254000"/>
                </a:lnTo>
                <a:lnTo>
                  <a:pt x="148946" y="215900"/>
                </a:lnTo>
                <a:lnTo>
                  <a:pt x="179180" y="190500"/>
                </a:lnTo>
                <a:lnTo>
                  <a:pt x="211805" y="165100"/>
                </a:lnTo>
                <a:lnTo>
                  <a:pt x="246673" y="127000"/>
                </a:lnTo>
                <a:lnTo>
                  <a:pt x="283631" y="101600"/>
                </a:lnTo>
                <a:lnTo>
                  <a:pt x="322529" y="88900"/>
                </a:lnTo>
                <a:lnTo>
                  <a:pt x="363217" y="63500"/>
                </a:lnTo>
                <a:lnTo>
                  <a:pt x="405544" y="50800"/>
                </a:lnTo>
                <a:lnTo>
                  <a:pt x="494512" y="25400"/>
                </a:lnTo>
                <a:lnTo>
                  <a:pt x="731423" y="25400"/>
                </a:lnTo>
                <a:lnTo>
                  <a:pt x="637094" y="0"/>
                </a:lnTo>
                <a:close/>
              </a:path>
            </a:pathLst>
          </a:custGeom>
          <a:solidFill>
            <a:srgbClr val="36D636"/>
          </a:solidFill>
        </p:spPr>
        <p:txBody>
          <a:bodyPr wrap="square" lIns="0" tIns="0" rIns="0" bIns="0" rtlCol="0"/>
          <a:lstStyle/>
          <a:p>
            <a:endParaRPr/>
          </a:p>
        </p:txBody>
      </p:sp>
      <p:sp>
        <p:nvSpPr>
          <p:cNvPr id="22" name="bg object 22"/>
          <p:cNvSpPr/>
          <p:nvPr/>
        </p:nvSpPr>
        <p:spPr>
          <a:xfrm>
            <a:off x="0" y="7921435"/>
            <a:ext cx="1184910" cy="2364740"/>
          </a:xfrm>
          <a:custGeom>
            <a:avLst/>
            <a:gdLst/>
            <a:ahLst/>
            <a:cxnLst/>
            <a:rect l="l" t="t" r="r" b="b"/>
            <a:pathLst>
              <a:path w="1184910" h="2364740">
                <a:moveTo>
                  <a:pt x="683988" y="1182236"/>
                </a:moveTo>
                <a:lnTo>
                  <a:pt x="730515" y="1172735"/>
                </a:lnTo>
                <a:lnTo>
                  <a:pt x="775672" y="1159694"/>
                </a:lnTo>
                <a:lnTo>
                  <a:pt x="819304" y="1143267"/>
                </a:lnTo>
                <a:lnTo>
                  <a:pt x="861253" y="1123606"/>
                </a:lnTo>
                <a:lnTo>
                  <a:pt x="901363" y="1100865"/>
                </a:lnTo>
                <a:lnTo>
                  <a:pt x="939479" y="1075198"/>
                </a:lnTo>
                <a:lnTo>
                  <a:pt x="975444" y="1046757"/>
                </a:lnTo>
                <a:lnTo>
                  <a:pt x="1009101" y="1015696"/>
                </a:lnTo>
                <a:lnTo>
                  <a:pt x="1040295" y="982169"/>
                </a:lnTo>
                <a:lnTo>
                  <a:pt x="1068869" y="946328"/>
                </a:lnTo>
                <a:lnTo>
                  <a:pt x="1094666" y="908328"/>
                </a:lnTo>
                <a:lnTo>
                  <a:pt x="1117531" y="868321"/>
                </a:lnTo>
                <a:lnTo>
                  <a:pt x="1137307" y="826460"/>
                </a:lnTo>
                <a:lnTo>
                  <a:pt x="1153838" y="782900"/>
                </a:lnTo>
                <a:lnTo>
                  <a:pt x="1166967" y="737794"/>
                </a:lnTo>
                <a:lnTo>
                  <a:pt x="1176539" y="691294"/>
                </a:lnTo>
                <a:lnTo>
                  <a:pt x="1182396" y="643554"/>
                </a:lnTo>
                <a:lnTo>
                  <a:pt x="1184384" y="594728"/>
                </a:lnTo>
                <a:lnTo>
                  <a:pt x="1182406" y="545970"/>
                </a:lnTo>
                <a:lnTo>
                  <a:pt x="1176575" y="498294"/>
                </a:lnTo>
                <a:lnTo>
                  <a:pt x="1167046" y="451853"/>
                </a:lnTo>
                <a:lnTo>
                  <a:pt x="1153971" y="406801"/>
                </a:lnTo>
                <a:lnTo>
                  <a:pt x="1137505" y="363291"/>
                </a:lnTo>
                <a:lnTo>
                  <a:pt x="1117802" y="321477"/>
                </a:lnTo>
                <a:lnTo>
                  <a:pt x="1095016" y="281512"/>
                </a:lnTo>
                <a:lnTo>
                  <a:pt x="1069300" y="243549"/>
                </a:lnTo>
                <a:lnTo>
                  <a:pt x="1040809" y="207742"/>
                </a:lnTo>
                <a:lnTo>
                  <a:pt x="1009695" y="174243"/>
                </a:lnTo>
                <a:lnTo>
                  <a:pt x="976115" y="143208"/>
                </a:lnTo>
                <a:lnTo>
                  <a:pt x="940220" y="114788"/>
                </a:lnTo>
                <a:lnTo>
                  <a:pt x="902165" y="89137"/>
                </a:lnTo>
                <a:lnTo>
                  <a:pt x="862104" y="66408"/>
                </a:lnTo>
                <a:lnTo>
                  <a:pt x="820191" y="46756"/>
                </a:lnTo>
                <a:lnTo>
                  <a:pt x="776579" y="30332"/>
                </a:lnTo>
                <a:lnTo>
                  <a:pt x="731423" y="17292"/>
                </a:lnTo>
                <a:lnTo>
                  <a:pt x="684877" y="7787"/>
                </a:lnTo>
                <a:lnTo>
                  <a:pt x="637094" y="1972"/>
                </a:lnTo>
                <a:lnTo>
                  <a:pt x="588228" y="0"/>
                </a:lnTo>
                <a:lnTo>
                  <a:pt x="539621" y="1974"/>
                </a:lnTo>
                <a:lnTo>
                  <a:pt x="492064" y="7796"/>
                </a:lnTo>
                <a:lnTo>
                  <a:pt x="445713" y="17313"/>
                </a:lnTo>
                <a:lnTo>
                  <a:pt x="400724" y="30372"/>
                </a:lnTo>
                <a:lnTo>
                  <a:pt x="357253" y="46821"/>
                </a:lnTo>
                <a:lnTo>
                  <a:pt x="315457" y="66507"/>
                </a:lnTo>
                <a:lnTo>
                  <a:pt x="275492" y="89277"/>
                </a:lnTo>
                <a:lnTo>
                  <a:pt x="237515" y="114979"/>
                </a:lnTo>
                <a:lnTo>
                  <a:pt x="201681" y="143460"/>
                </a:lnTo>
                <a:lnTo>
                  <a:pt x="168147" y="174568"/>
                </a:lnTo>
                <a:lnTo>
                  <a:pt x="137070" y="208150"/>
                </a:lnTo>
                <a:lnTo>
                  <a:pt x="108605" y="244054"/>
                </a:lnTo>
                <a:lnTo>
                  <a:pt x="82909" y="282126"/>
                </a:lnTo>
                <a:lnTo>
                  <a:pt x="60138" y="322215"/>
                </a:lnTo>
                <a:lnTo>
                  <a:pt x="40449" y="364168"/>
                </a:lnTo>
                <a:lnTo>
                  <a:pt x="23997" y="407831"/>
                </a:lnTo>
                <a:lnTo>
                  <a:pt x="10940" y="453053"/>
                </a:lnTo>
                <a:lnTo>
                  <a:pt x="1433" y="499681"/>
                </a:lnTo>
                <a:lnTo>
                  <a:pt x="0" y="492565"/>
                </a:lnTo>
              </a:path>
              <a:path w="1184910" h="2364740">
                <a:moveTo>
                  <a:pt x="0" y="1871907"/>
                </a:moveTo>
                <a:lnTo>
                  <a:pt x="1433" y="1864791"/>
                </a:lnTo>
                <a:lnTo>
                  <a:pt x="10940" y="1911419"/>
                </a:lnTo>
                <a:lnTo>
                  <a:pt x="23997" y="1956641"/>
                </a:lnTo>
                <a:lnTo>
                  <a:pt x="40449" y="2000305"/>
                </a:lnTo>
                <a:lnTo>
                  <a:pt x="60138" y="2042257"/>
                </a:lnTo>
                <a:lnTo>
                  <a:pt x="82909" y="2082346"/>
                </a:lnTo>
                <a:lnTo>
                  <a:pt x="108605" y="2120418"/>
                </a:lnTo>
                <a:lnTo>
                  <a:pt x="137070" y="2156322"/>
                </a:lnTo>
                <a:lnTo>
                  <a:pt x="168147" y="2189904"/>
                </a:lnTo>
                <a:lnTo>
                  <a:pt x="201681" y="2221012"/>
                </a:lnTo>
                <a:lnTo>
                  <a:pt x="237515" y="2249493"/>
                </a:lnTo>
                <a:lnTo>
                  <a:pt x="275492" y="2275195"/>
                </a:lnTo>
                <a:lnTo>
                  <a:pt x="315457" y="2297965"/>
                </a:lnTo>
                <a:lnTo>
                  <a:pt x="357253" y="2317651"/>
                </a:lnTo>
                <a:lnTo>
                  <a:pt x="400724" y="2334099"/>
                </a:lnTo>
                <a:lnTo>
                  <a:pt x="445713" y="2347158"/>
                </a:lnTo>
                <a:lnTo>
                  <a:pt x="492064" y="2356675"/>
                </a:lnTo>
                <a:lnTo>
                  <a:pt x="539621" y="2362497"/>
                </a:lnTo>
                <a:lnTo>
                  <a:pt x="588228" y="2364472"/>
                </a:lnTo>
                <a:lnTo>
                  <a:pt x="637094" y="2362499"/>
                </a:lnTo>
                <a:lnTo>
                  <a:pt x="684877" y="2356684"/>
                </a:lnTo>
                <a:lnTo>
                  <a:pt x="731423" y="2347179"/>
                </a:lnTo>
                <a:lnTo>
                  <a:pt x="776579" y="2334139"/>
                </a:lnTo>
                <a:lnTo>
                  <a:pt x="820191" y="2317716"/>
                </a:lnTo>
                <a:lnTo>
                  <a:pt x="862104" y="2298064"/>
                </a:lnTo>
                <a:lnTo>
                  <a:pt x="902165" y="2275336"/>
                </a:lnTo>
                <a:lnTo>
                  <a:pt x="940220" y="2249686"/>
                </a:lnTo>
                <a:lnTo>
                  <a:pt x="976115" y="2221266"/>
                </a:lnTo>
                <a:lnTo>
                  <a:pt x="1009695" y="2190231"/>
                </a:lnTo>
                <a:lnTo>
                  <a:pt x="1040809" y="2156733"/>
                </a:lnTo>
                <a:lnTo>
                  <a:pt x="1069300" y="2120927"/>
                </a:lnTo>
                <a:lnTo>
                  <a:pt x="1095016" y="2082964"/>
                </a:lnTo>
                <a:lnTo>
                  <a:pt x="1117802" y="2043000"/>
                </a:lnTo>
                <a:lnTo>
                  <a:pt x="1137505" y="2001187"/>
                </a:lnTo>
                <a:lnTo>
                  <a:pt x="1153971" y="1957678"/>
                </a:lnTo>
                <a:lnTo>
                  <a:pt x="1167046" y="1912627"/>
                </a:lnTo>
                <a:lnTo>
                  <a:pt x="1176575" y="1866187"/>
                </a:lnTo>
                <a:lnTo>
                  <a:pt x="1182406" y="1818512"/>
                </a:lnTo>
                <a:lnTo>
                  <a:pt x="1184384" y="1769755"/>
                </a:lnTo>
                <a:lnTo>
                  <a:pt x="1182396" y="1721034"/>
                </a:lnTo>
                <a:lnTo>
                  <a:pt x="1176539" y="1673375"/>
                </a:lnTo>
                <a:lnTo>
                  <a:pt x="1166967" y="1626934"/>
                </a:lnTo>
                <a:lnTo>
                  <a:pt x="1153838" y="1581867"/>
                </a:lnTo>
                <a:lnTo>
                  <a:pt x="1137307" y="1538329"/>
                </a:lnTo>
                <a:lnTo>
                  <a:pt x="1117531" y="1496475"/>
                </a:lnTo>
                <a:lnTo>
                  <a:pt x="1094666" y="1456461"/>
                </a:lnTo>
                <a:lnTo>
                  <a:pt x="1068869" y="1418443"/>
                </a:lnTo>
                <a:lnTo>
                  <a:pt x="1040295" y="1382576"/>
                </a:lnTo>
                <a:lnTo>
                  <a:pt x="1009101" y="1349015"/>
                </a:lnTo>
                <a:lnTo>
                  <a:pt x="975444" y="1317917"/>
                </a:lnTo>
                <a:lnTo>
                  <a:pt x="939479" y="1289436"/>
                </a:lnTo>
                <a:lnTo>
                  <a:pt x="901363" y="1263729"/>
                </a:lnTo>
                <a:lnTo>
                  <a:pt x="861253" y="1240951"/>
                </a:lnTo>
                <a:lnTo>
                  <a:pt x="819304" y="1221257"/>
                </a:lnTo>
                <a:lnTo>
                  <a:pt x="775672" y="1204802"/>
                </a:lnTo>
                <a:lnTo>
                  <a:pt x="730515" y="1191744"/>
                </a:lnTo>
                <a:lnTo>
                  <a:pt x="683988" y="1182236"/>
                </a:lnTo>
              </a:path>
              <a:path w="1184910" h="2364740">
                <a:moveTo>
                  <a:pt x="588228" y="15125"/>
                </a:moveTo>
                <a:lnTo>
                  <a:pt x="635809" y="17049"/>
                </a:lnTo>
                <a:lnTo>
                  <a:pt x="682333" y="22722"/>
                </a:lnTo>
                <a:lnTo>
                  <a:pt x="727651" y="31994"/>
                </a:lnTo>
                <a:lnTo>
                  <a:pt x="771613" y="44714"/>
                </a:lnTo>
                <a:lnTo>
                  <a:pt x="814070" y="60732"/>
                </a:lnTo>
                <a:lnTo>
                  <a:pt x="854871" y="79899"/>
                </a:lnTo>
                <a:lnTo>
                  <a:pt x="893868" y="102063"/>
                </a:lnTo>
                <a:lnTo>
                  <a:pt x="930910" y="127076"/>
                </a:lnTo>
                <a:lnTo>
                  <a:pt x="965849" y="154786"/>
                </a:lnTo>
                <a:lnTo>
                  <a:pt x="998534" y="185045"/>
                </a:lnTo>
                <a:lnTo>
                  <a:pt x="1028817" y="217700"/>
                </a:lnTo>
                <a:lnTo>
                  <a:pt x="1056546" y="252604"/>
                </a:lnTo>
                <a:lnTo>
                  <a:pt x="1081574" y="289605"/>
                </a:lnTo>
                <a:lnTo>
                  <a:pt x="1103750" y="328553"/>
                </a:lnTo>
                <a:lnTo>
                  <a:pt x="1122925" y="369298"/>
                </a:lnTo>
                <a:lnTo>
                  <a:pt x="1138948" y="411690"/>
                </a:lnTo>
                <a:lnTo>
                  <a:pt x="1151672" y="455579"/>
                </a:lnTo>
                <a:lnTo>
                  <a:pt x="1160945" y="500815"/>
                </a:lnTo>
                <a:lnTo>
                  <a:pt x="1166619" y="547248"/>
                </a:lnTo>
                <a:lnTo>
                  <a:pt x="1168543" y="594728"/>
                </a:lnTo>
                <a:lnTo>
                  <a:pt x="1166619" y="642205"/>
                </a:lnTo>
                <a:lnTo>
                  <a:pt x="1160945" y="688636"/>
                </a:lnTo>
                <a:lnTo>
                  <a:pt x="1151672" y="733871"/>
                </a:lnTo>
                <a:lnTo>
                  <a:pt x="1138948" y="777759"/>
                </a:lnTo>
                <a:lnTo>
                  <a:pt x="1122925" y="820150"/>
                </a:lnTo>
                <a:lnTo>
                  <a:pt x="1103750" y="860894"/>
                </a:lnTo>
                <a:lnTo>
                  <a:pt x="1081574" y="899841"/>
                </a:lnTo>
                <a:lnTo>
                  <a:pt x="1056546" y="936841"/>
                </a:lnTo>
                <a:lnTo>
                  <a:pt x="1028817" y="971744"/>
                </a:lnTo>
                <a:lnTo>
                  <a:pt x="998534" y="1004399"/>
                </a:lnTo>
                <a:lnTo>
                  <a:pt x="965849" y="1034657"/>
                </a:lnTo>
                <a:lnTo>
                  <a:pt x="930910" y="1062367"/>
                </a:lnTo>
                <a:lnTo>
                  <a:pt x="893868" y="1087380"/>
                </a:lnTo>
                <a:lnTo>
                  <a:pt x="854871" y="1109544"/>
                </a:lnTo>
                <a:lnTo>
                  <a:pt x="814070" y="1128710"/>
                </a:lnTo>
                <a:lnTo>
                  <a:pt x="771613" y="1144729"/>
                </a:lnTo>
                <a:lnTo>
                  <a:pt x="727651" y="1157449"/>
                </a:lnTo>
                <a:lnTo>
                  <a:pt x="682333" y="1166720"/>
                </a:lnTo>
                <a:lnTo>
                  <a:pt x="635809" y="1172393"/>
                </a:lnTo>
                <a:lnTo>
                  <a:pt x="588228" y="1174318"/>
                </a:lnTo>
                <a:lnTo>
                  <a:pt x="540852" y="1172393"/>
                </a:lnTo>
                <a:lnTo>
                  <a:pt x="494512" y="1166720"/>
                </a:lnTo>
                <a:lnTo>
                  <a:pt x="449360" y="1157449"/>
                </a:lnTo>
                <a:lnTo>
                  <a:pt x="405544" y="1144729"/>
                </a:lnTo>
                <a:lnTo>
                  <a:pt x="363217" y="1128710"/>
                </a:lnTo>
                <a:lnTo>
                  <a:pt x="322529" y="1109544"/>
                </a:lnTo>
                <a:lnTo>
                  <a:pt x="283631" y="1087380"/>
                </a:lnTo>
                <a:lnTo>
                  <a:pt x="246673" y="1062367"/>
                </a:lnTo>
                <a:lnTo>
                  <a:pt x="211805" y="1034657"/>
                </a:lnTo>
                <a:lnTo>
                  <a:pt x="179180" y="1004399"/>
                </a:lnTo>
                <a:lnTo>
                  <a:pt x="148946" y="971744"/>
                </a:lnTo>
                <a:lnTo>
                  <a:pt x="121255" y="936841"/>
                </a:lnTo>
                <a:lnTo>
                  <a:pt x="96258" y="899841"/>
                </a:lnTo>
                <a:lnTo>
                  <a:pt x="74105" y="860894"/>
                </a:lnTo>
                <a:lnTo>
                  <a:pt x="54947" y="820150"/>
                </a:lnTo>
                <a:lnTo>
                  <a:pt x="38934" y="777759"/>
                </a:lnTo>
                <a:lnTo>
                  <a:pt x="26217" y="733871"/>
                </a:lnTo>
                <a:lnTo>
                  <a:pt x="16948" y="688636"/>
                </a:lnTo>
                <a:lnTo>
                  <a:pt x="11275" y="642205"/>
                </a:lnTo>
                <a:lnTo>
                  <a:pt x="9351" y="594728"/>
                </a:lnTo>
                <a:lnTo>
                  <a:pt x="11275" y="547248"/>
                </a:lnTo>
                <a:lnTo>
                  <a:pt x="16948" y="500815"/>
                </a:lnTo>
                <a:lnTo>
                  <a:pt x="26217" y="455579"/>
                </a:lnTo>
                <a:lnTo>
                  <a:pt x="38934" y="411690"/>
                </a:lnTo>
                <a:lnTo>
                  <a:pt x="54947" y="369298"/>
                </a:lnTo>
                <a:lnTo>
                  <a:pt x="74105" y="328553"/>
                </a:lnTo>
                <a:lnTo>
                  <a:pt x="96258" y="289605"/>
                </a:lnTo>
                <a:lnTo>
                  <a:pt x="121255" y="252604"/>
                </a:lnTo>
                <a:lnTo>
                  <a:pt x="148946" y="217700"/>
                </a:lnTo>
                <a:lnTo>
                  <a:pt x="179180" y="185045"/>
                </a:lnTo>
                <a:lnTo>
                  <a:pt x="211805" y="154786"/>
                </a:lnTo>
                <a:lnTo>
                  <a:pt x="246673" y="127076"/>
                </a:lnTo>
                <a:lnTo>
                  <a:pt x="283631" y="102063"/>
                </a:lnTo>
                <a:lnTo>
                  <a:pt x="322529" y="79899"/>
                </a:lnTo>
                <a:lnTo>
                  <a:pt x="363217" y="60732"/>
                </a:lnTo>
                <a:lnTo>
                  <a:pt x="405544" y="44714"/>
                </a:lnTo>
                <a:lnTo>
                  <a:pt x="449360" y="31994"/>
                </a:lnTo>
                <a:lnTo>
                  <a:pt x="494512" y="22722"/>
                </a:lnTo>
                <a:lnTo>
                  <a:pt x="540852" y="17049"/>
                </a:lnTo>
                <a:lnTo>
                  <a:pt x="588228" y="15125"/>
                </a:lnTo>
                <a:close/>
              </a:path>
              <a:path w="1184910" h="2364740">
                <a:moveTo>
                  <a:pt x="493910" y="1182236"/>
                </a:moveTo>
                <a:lnTo>
                  <a:pt x="447302" y="1191643"/>
                </a:lnTo>
                <a:lnTo>
                  <a:pt x="402080" y="1204640"/>
                </a:lnTo>
                <a:lnTo>
                  <a:pt x="358401" y="1221068"/>
                </a:lnTo>
                <a:lnTo>
                  <a:pt x="316418" y="1240771"/>
                </a:lnTo>
                <a:lnTo>
                  <a:pt x="276288" y="1263591"/>
                </a:lnTo>
                <a:lnTo>
                  <a:pt x="238165" y="1289372"/>
                </a:lnTo>
                <a:lnTo>
                  <a:pt x="202204" y="1317956"/>
                </a:lnTo>
                <a:lnTo>
                  <a:pt x="168560" y="1349187"/>
                </a:lnTo>
                <a:lnTo>
                  <a:pt x="137388" y="1382906"/>
                </a:lnTo>
                <a:lnTo>
                  <a:pt x="108844" y="1418957"/>
                </a:lnTo>
                <a:lnTo>
                  <a:pt x="83082" y="1457183"/>
                </a:lnTo>
                <a:lnTo>
                  <a:pt x="60258" y="1497426"/>
                </a:lnTo>
                <a:lnTo>
                  <a:pt x="40525" y="1539530"/>
                </a:lnTo>
                <a:lnTo>
                  <a:pt x="24040" y="1583337"/>
                </a:lnTo>
                <a:lnTo>
                  <a:pt x="10958" y="1628690"/>
                </a:lnTo>
                <a:lnTo>
                  <a:pt x="1433" y="1675432"/>
                </a:lnTo>
                <a:lnTo>
                  <a:pt x="0" y="1668308"/>
                </a:lnTo>
              </a:path>
              <a:path w="1184910" h="2364740">
                <a:moveTo>
                  <a:pt x="0" y="697571"/>
                </a:moveTo>
                <a:lnTo>
                  <a:pt x="1433" y="690486"/>
                </a:lnTo>
                <a:lnTo>
                  <a:pt x="10958" y="736973"/>
                </a:lnTo>
                <a:lnTo>
                  <a:pt x="24040" y="782104"/>
                </a:lnTo>
                <a:lnTo>
                  <a:pt x="40525" y="825718"/>
                </a:lnTo>
                <a:lnTo>
                  <a:pt x="60258" y="867656"/>
                </a:lnTo>
                <a:lnTo>
                  <a:pt x="83082" y="907760"/>
                </a:lnTo>
                <a:lnTo>
                  <a:pt x="108844" y="945869"/>
                </a:lnTo>
                <a:lnTo>
                  <a:pt x="137388" y="981825"/>
                </a:lnTo>
                <a:lnTo>
                  <a:pt x="168560" y="1015467"/>
                </a:lnTo>
                <a:lnTo>
                  <a:pt x="202204" y="1046638"/>
                </a:lnTo>
                <a:lnTo>
                  <a:pt x="238165" y="1075178"/>
                </a:lnTo>
                <a:lnTo>
                  <a:pt x="276288" y="1100927"/>
                </a:lnTo>
                <a:lnTo>
                  <a:pt x="316418" y="1123725"/>
                </a:lnTo>
                <a:lnTo>
                  <a:pt x="358401" y="1143415"/>
                </a:lnTo>
                <a:lnTo>
                  <a:pt x="402080" y="1159836"/>
                </a:lnTo>
                <a:lnTo>
                  <a:pt x="447302" y="1172830"/>
                </a:lnTo>
                <a:lnTo>
                  <a:pt x="493910" y="1182236"/>
                </a:lnTo>
              </a:path>
              <a:path w="1184910" h="2364740">
                <a:moveTo>
                  <a:pt x="588228" y="2349350"/>
                </a:moveTo>
                <a:lnTo>
                  <a:pt x="540852" y="2347426"/>
                </a:lnTo>
                <a:lnTo>
                  <a:pt x="494512" y="2341753"/>
                </a:lnTo>
                <a:lnTo>
                  <a:pt x="449360" y="2332482"/>
                </a:lnTo>
                <a:lnTo>
                  <a:pt x="405544" y="2319762"/>
                </a:lnTo>
                <a:lnTo>
                  <a:pt x="363217" y="2303743"/>
                </a:lnTo>
                <a:lnTo>
                  <a:pt x="322529" y="2284577"/>
                </a:lnTo>
                <a:lnTo>
                  <a:pt x="283631" y="2262412"/>
                </a:lnTo>
                <a:lnTo>
                  <a:pt x="246673" y="2237400"/>
                </a:lnTo>
                <a:lnTo>
                  <a:pt x="211805" y="2209690"/>
                </a:lnTo>
                <a:lnTo>
                  <a:pt x="179180" y="2179432"/>
                </a:lnTo>
                <a:lnTo>
                  <a:pt x="148946" y="2146776"/>
                </a:lnTo>
                <a:lnTo>
                  <a:pt x="121255" y="2111873"/>
                </a:lnTo>
                <a:lnTo>
                  <a:pt x="96258" y="2074873"/>
                </a:lnTo>
                <a:lnTo>
                  <a:pt x="74105" y="2035925"/>
                </a:lnTo>
                <a:lnTo>
                  <a:pt x="54947" y="1995181"/>
                </a:lnTo>
                <a:lnTo>
                  <a:pt x="38934" y="1952789"/>
                </a:lnTo>
                <a:lnTo>
                  <a:pt x="26217" y="1908900"/>
                </a:lnTo>
                <a:lnTo>
                  <a:pt x="16948" y="1863665"/>
                </a:lnTo>
                <a:lnTo>
                  <a:pt x="11275" y="1817233"/>
                </a:lnTo>
                <a:lnTo>
                  <a:pt x="9351" y="1769754"/>
                </a:lnTo>
                <a:lnTo>
                  <a:pt x="11275" y="1722276"/>
                </a:lnTo>
                <a:lnTo>
                  <a:pt x="16948" y="1675844"/>
                </a:lnTo>
                <a:lnTo>
                  <a:pt x="26217" y="1630609"/>
                </a:lnTo>
                <a:lnTo>
                  <a:pt x="38934" y="1586720"/>
                </a:lnTo>
                <a:lnTo>
                  <a:pt x="54947" y="1544328"/>
                </a:lnTo>
                <a:lnTo>
                  <a:pt x="74105" y="1503584"/>
                </a:lnTo>
                <a:lnTo>
                  <a:pt x="96258" y="1464636"/>
                </a:lnTo>
                <a:lnTo>
                  <a:pt x="121255" y="1427636"/>
                </a:lnTo>
                <a:lnTo>
                  <a:pt x="148946" y="1392733"/>
                </a:lnTo>
                <a:lnTo>
                  <a:pt x="179180" y="1360077"/>
                </a:lnTo>
                <a:lnTo>
                  <a:pt x="211805" y="1329819"/>
                </a:lnTo>
                <a:lnTo>
                  <a:pt x="246673" y="1302109"/>
                </a:lnTo>
                <a:lnTo>
                  <a:pt x="283631" y="1277096"/>
                </a:lnTo>
                <a:lnTo>
                  <a:pt x="322529" y="1254932"/>
                </a:lnTo>
                <a:lnTo>
                  <a:pt x="363217" y="1235765"/>
                </a:lnTo>
                <a:lnTo>
                  <a:pt x="405544" y="1219747"/>
                </a:lnTo>
                <a:lnTo>
                  <a:pt x="449360" y="1207027"/>
                </a:lnTo>
                <a:lnTo>
                  <a:pt x="494512" y="1197756"/>
                </a:lnTo>
                <a:lnTo>
                  <a:pt x="540852" y="1192083"/>
                </a:lnTo>
                <a:lnTo>
                  <a:pt x="588228" y="1190158"/>
                </a:lnTo>
                <a:lnTo>
                  <a:pt x="635809" y="1192083"/>
                </a:lnTo>
                <a:lnTo>
                  <a:pt x="682333" y="1197756"/>
                </a:lnTo>
                <a:lnTo>
                  <a:pt x="727651" y="1207027"/>
                </a:lnTo>
                <a:lnTo>
                  <a:pt x="771613" y="1219747"/>
                </a:lnTo>
                <a:lnTo>
                  <a:pt x="814070" y="1235765"/>
                </a:lnTo>
                <a:lnTo>
                  <a:pt x="854871" y="1254932"/>
                </a:lnTo>
                <a:lnTo>
                  <a:pt x="893868" y="1277096"/>
                </a:lnTo>
                <a:lnTo>
                  <a:pt x="930910" y="1302109"/>
                </a:lnTo>
                <a:lnTo>
                  <a:pt x="965849" y="1329819"/>
                </a:lnTo>
                <a:lnTo>
                  <a:pt x="998534" y="1360077"/>
                </a:lnTo>
                <a:lnTo>
                  <a:pt x="1028817" y="1392733"/>
                </a:lnTo>
                <a:lnTo>
                  <a:pt x="1056546" y="1427636"/>
                </a:lnTo>
                <a:lnTo>
                  <a:pt x="1081574" y="1464636"/>
                </a:lnTo>
                <a:lnTo>
                  <a:pt x="1103750" y="1503584"/>
                </a:lnTo>
                <a:lnTo>
                  <a:pt x="1122925" y="1544328"/>
                </a:lnTo>
                <a:lnTo>
                  <a:pt x="1138948" y="1586720"/>
                </a:lnTo>
                <a:lnTo>
                  <a:pt x="1151672" y="1630609"/>
                </a:lnTo>
                <a:lnTo>
                  <a:pt x="1160945" y="1675844"/>
                </a:lnTo>
                <a:lnTo>
                  <a:pt x="1166619" y="1722276"/>
                </a:lnTo>
                <a:lnTo>
                  <a:pt x="1168543" y="1769754"/>
                </a:lnTo>
                <a:lnTo>
                  <a:pt x="1166619" y="1817233"/>
                </a:lnTo>
                <a:lnTo>
                  <a:pt x="1160945" y="1863665"/>
                </a:lnTo>
                <a:lnTo>
                  <a:pt x="1151672" y="1908900"/>
                </a:lnTo>
                <a:lnTo>
                  <a:pt x="1138948" y="1952789"/>
                </a:lnTo>
                <a:lnTo>
                  <a:pt x="1122925" y="1995181"/>
                </a:lnTo>
                <a:lnTo>
                  <a:pt x="1103750" y="2035925"/>
                </a:lnTo>
                <a:lnTo>
                  <a:pt x="1081574" y="2074873"/>
                </a:lnTo>
                <a:lnTo>
                  <a:pt x="1056546" y="2111873"/>
                </a:lnTo>
                <a:lnTo>
                  <a:pt x="1028817" y="2146776"/>
                </a:lnTo>
                <a:lnTo>
                  <a:pt x="998534" y="2179432"/>
                </a:lnTo>
                <a:lnTo>
                  <a:pt x="965849" y="2209690"/>
                </a:lnTo>
                <a:lnTo>
                  <a:pt x="930910" y="2237400"/>
                </a:lnTo>
                <a:lnTo>
                  <a:pt x="893868" y="2262412"/>
                </a:lnTo>
                <a:lnTo>
                  <a:pt x="854871" y="2284577"/>
                </a:lnTo>
                <a:lnTo>
                  <a:pt x="814070" y="2303743"/>
                </a:lnTo>
                <a:lnTo>
                  <a:pt x="771613" y="2319762"/>
                </a:lnTo>
                <a:lnTo>
                  <a:pt x="727651" y="2332482"/>
                </a:lnTo>
                <a:lnTo>
                  <a:pt x="682333" y="2341753"/>
                </a:lnTo>
                <a:lnTo>
                  <a:pt x="635809" y="2347426"/>
                </a:lnTo>
                <a:lnTo>
                  <a:pt x="588228" y="2349350"/>
                </a:lnTo>
                <a:close/>
              </a:path>
            </a:pathLst>
          </a:custGeom>
          <a:ln w="18719">
            <a:solidFill>
              <a:srgbClr val="36D636"/>
            </a:solidFill>
          </a:ln>
        </p:spPr>
        <p:txBody>
          <a:bodyPr wrap="square" lIns="0" tIns="0" rIns="0" bIns="0" rtlCol="0"/>
          <a:lstStyle/>
          <a:p>
            <a:endParaRPr/>
          </a:p>
        </p:txBody>
      </p:sp>
      <p:sp>
        <p:nvSpPr>
          <p:cNvPr id="23" name="bg object 23"/>
          <p:cNvSpPr/>
          <p:nvPr/>
        </p:nvSpPr>
        <p:spPr>
          <a:xfrm>
            <a:off x="174952" y="9276470"/>
            <a:ext cx="829944" cy="829944"/>
          </a:xfrm>
          <a:custGeom>
            <a:avLst/>
            <a:gdLst/>
            <a:ahLst/>
            <a:cxnLst/>
            <a:rect l="l" t="t" r="r" b="b"/>
            <a:pathLst>
              <a:path w="829944" h="829945">
                <a:moveTo>
                  <a:pt x="10800" y="0"/>
                </a:moveTo>
                <a:lnTo>
                  <a:pt x="0" y="10800"/>
                </a:lnTo>
                <a:lnTo>
                  <a:pt x="817914" y="829434"/>
                </a:lnTo>
                <a:lnTo>
                  <a:pt x="829433" y="817914"/>
                </a:lnTo>
                <a:lnTo>
                  <a:pt x="10800" y="0"/>
                </a:lnTo>
                <a:close/>
              </a:path>
            </a:pathLst>
          </a:custGeom>
          <a:solidFill>
            <a:srgbClr val="36D636"/>
          </a:solidFill>
        </p:spPr>
        <p:txBody>
          <a:bodyPr wrap="square" lIns="0" tIns="0" rIns="0" bIns="0" rtlCol="0"/>
          <a:lstStyle/>
          <a:p>
            <a:endParaRPr/>
          </a:p>
        </p:txBody>
      </p:sp>
      <p:sp>
        <p:nvSpPr>
          <p:cNvPr id="24" name="bg object 24"/>
          <p:cNvSpPr/>
          <p:nvPr/>
        </p:nvSpPr>
        <p:spPr>
          <a:xfrm>
            <a:off x="174952" y="9276470"/>
            <a:ext cx="829944" cy="829944"/>
          </a:xfrm>
          <a:custGeom>
            <a:avLst/>
            <a:gdLst/>
            <a:ahLst/>
            <a:cxnLst/>
            <a:rect l="l" t="t" r="r" b="b"/>
            <a:pathLst>
              <a:path w="829944" h="829945">
                <a:moveTo>
                  <a:pt x="0" y="10800"/>
                </a:moveTo>
                <a:lnTo>
                  <a:pt x="817914" y="829434"/>
                </a:lnTo>
                <a:lnTo>
                  <a:pt x="829433" y="817914"/>
                </a:lnTo>
                <a:lnTo>
                  <a:pt x="10800" y="0"/>
                </a:lnTo>
                <a:lnTo>
                  <a:pt x="0" y="10800"/>
                </a:lnTo>
                <a:close/>
              </a:path>
            </a:pathLst>
          </a:custGeom>
          <a:ln w="18719">
            <a:solidFill>
              <a:srgbClr val="36D636"/>
            </a:solidFill>
          </a:ln>
        </p:spPr>
        <p:txBody>
          <a:bodyPr wrap="square" lIns="0" tIns="0" rIns="0" bIns="0" rtlCol="0"/>
          <a:lstStyle/>
          <a:p>
            <a:endParaRPr/>
          </a:p>
        </p:txBody>
      </p:sp>
      <p:sp>
        <p:nvSpPr>
          <p:cNvPr id="25" name="bg object 25"/>
          <p:cNvSpPr/>
          <p:nvPr/>
        </p:nvSpPr>
        <p:spPr>
          <a:xfrm>
            <a:off x="566628" y="7936560"/>
            <a:ext cx="14604" cy="1157605"/>
          </a:xfrm>
          <a:custGeom>
            <a:avLst/>
            <a:gdLst/>
            <a:ahLst/>
            <a:cxnLst/>
            <a:rect l="l" t="t" r="r" b="b"/>
            <a:pathLst>
              <a:path w="14604" h="1157604">
                <a:moveTo>
                  <a:pt x="14401" y="0"/>
                </a:moveTo>
                <a:lnTo>
                  <a:pt x="0" y="0"/>
                </a:lnTo>
                <a:lnTo>
                  <a:pt x="0" y="1157029"/>
                </a:lnTo>
                <a:lnTo>
                  <a:pt x="7198" y="1157029"/>
                </a:lnTo>
                <a:lnTo>
                  <a:pt x="14401" y="1157029"/>
                </a:lnTo>
                <a:lnTo>
                  <a:pt x="14401" y="0"/>
                </a:lnTo>
                <a:close/>
              </a:path>
            </a:pathLst>
          </a:custGeom>
          <a:solidFill>
            <a:srgbClr val="959595"/>
          </a:solidFill>
        </p:spPr>
        <p:txBody>
          <a:bodyPr wrap="square" lIns="0" tIns="0" rIns="0" bIns="0" rtlCol="0"/>
          <a:lstStyle/>
          <a:p>
            <a:endParaRPr/>
          </a:p>
        </p:txBody>
      </p:sp>
      <p:sp>
        <p:nvSpPr>
          <p:cNvPr id="26" name="bg object 26"/>
          <p:cNvSpPr/>
          <p:nvPr/>
        </p:nvSpPr>
        <p:spPr>
          <a:xfrm>
            <a:off x="566628" y="7936560"/>
            <a:ext cx="14604" cy="1157605"/>
          </a:xfrm>
          <a:custGeom>
            <a:avLst/>
            <a:gdLst/>
            <a:ahLst/>
            <a:cxnLst/>
            <a:rect l="l" t="t" r="r" b="b"/>
            <a:pathLst>
              <a:path w="14604" h="1157604">
                <a:moveTo>
                  <a:pt x="7198" y="1157029"/>
                </a:moveTo>
                <a:lnTo>
                  <a:pt x="0" y="1157029"/>
                </a:lnTo>
                <a:lnTo>
                  <a:pt x="0" y="0"/>
                </a:lnTo>
                <a:lnTo>
                  <a:pt x="14401" y="0"/>
                </a:lnTo>
                <a:lnTo>
                  <a:pt x="14401" y="1157029"/>
                </a:lnTo>
                <a:lnTo>
                  <a:pt x="7198" y="1157029"/>
                </a:lnTo>
                <a:close/>
              </a:path>
            </a:pathLst>
          </a:custGeom>
          <a:ln w="18719">
            <a:solidFill>
              <a:srgbClr val="959595"/>
            </a:solidFill>
          </a:ln>
        </p:spPr>
        <p:txBody>
          <a:bodyPr wrap="square" lIns="0" tIns="0" rIns="0" bIns="0" rtlCol="0"/>
          <a:lstStyle/>
          <a:p>
            <a:endParaRPr/>
          </a:p>
        </p:txBody>
      </p:sp>
      <p:pic>
        <p:nvPicPr>
          <p:cNvPr id="27" name="bg object 27"/>
          <p:cNvPicPr/>
          <p:nvPr/>
        </p:nvPicPr>
        <p:blipFill>
          <a:blip r:embed="rId2" cstate="print"/>
          <a:stretch>
            <a:fillRect/>
          </a:stretch>
        </p:blipFill>
        <p:spPr>
          <a:xfrm>
            <a:off x="0" y="9009854"/>
            <a:ext cx="126712" cy="197202"/>
          </a:xfrm>
          <a:prstGeom prst="rect">
            <a:avLst/>
          </a:prstGeom>
        </p:spPr>
      </p:pic>
      <p:sp>
        <p:nvSpPr>
          <p:cNvPr id="28" name="bg object 28"/>
          <p:cNvSpPr/>
          <p:nvPr/>
        </p:nvSpPr>
        <p:spPr>
          <a:xfrm>
            <a:off x="17219549" y="8884793"/>
            <a:ext cx="652145" cy="650240"/>
          </a:xfrm>
          <a:custGeom>
            <a:avLst/>
            <a:gdLst/>
            <a:ahLst/>
            <a:cxnLst/>
            <a:rect l="l" t="t" r="r" b="b"/>
            <a:pathLst>
              <a:path w="652144" h="650240">
                <a:moveTo>
                  <a:pt x="326009" y="0"/>
                </a:moveTo>
                <a:lnTo>
                  <a:pt x="322097" y="44058"/>
                </a:lnTo>
                <a:lnTo>
                  <a:pt x="310848" y="87386"/>
                </a:lnTo>
                <a:lnTo>
                  <a:pt x="292994" y="129254"/>
                </a:lnTo>
                <a:lnTo>
                  <a:pt x="269264" y="168930"/>
                </a:lnTo>
                <a:lnTo>
                  <a:pt x="240388" y="205686"/>
                </a:lnTo>
                <a:lnTo>
                  <a:pt x="207099" y="238790"/>
                </a:lnTo>
                <a:lnTo>
                  <a:pt x="170125" y="267513"/>
                </a:lnTo>
                <a:lnTo>
                  <a:pt x="130198" y="291124"/>
                </a:lnTo>
                <a:lnTo>
                  <a:pt x="88047" y="308893"/>
                </a:lnTo>
                <a:lnTo>
                  <a:pt x="44404" y="320090"/>
                </a:lnTo>
                <a:lnTo>
                  <a:pt x="0" y="323984"/>
                </a:lnTo>
                <a:lnTo>
                  <a:pt x="44404" y="327913"/>
                </a:lnTo>
                <a:lnTo>
                  <a:pt x="88047" y="339205"/>
                </a:lnTo>
                <a:lnTo>
                  <a:pt x="130198" y="357122"/>
                </a:lnTo>
                <a:lnTo>
                  <a:pt x="170125" y="380922"/>
                </a:lnTo>
                <a:lnTo>
                  <a:pt x="207099" y="409867"/>
                </a:lnTo>
                <a:lnTo>
                  <a:pt x="240388" y="443216"/>
                </a:lnTo>
                <a:lnTo>
                  <a:pt x="269264" y="480228"/>
                </a:lnTo>
                <a:lnTo>
                  <a:pt x="292994" y="520165"/>
                </a:lnTo>
                <a:lnTo>
                  <a:pt x="310848" y="562286"/>
                </a:lnTo>
                <a:lnTo>
                  <a:pt x="322097" y="605852"/>
                </a:lnTo>
                <a:lnTo>
                  <a:pt x="326009" y="650121"/>
                </a:lnTo>
                <a:lnTo>
                  <a:pt x="329906" y="605852"/>
                </a:lnTo>
                <a:lnTo>
                  <a:pt x="341118" y="562286"/>
                </a:lnTo>
                <a:lnTo>
                  <a:pt x="358923" y="520165"/>
                </a:lnTo>
                <a:lnTo>
                  <a:pt x="382599" y="480228"/>
                </a:lnTo>
                <a:lnTo>
                  <a:pt x="411426" y="443216"/>
                </a:lnTo>
                <a:lnTo>
                  <a:pt x="444681" y="409867"/>
                </a:lnTo>
                <a:lnTo>
                  <a:pt x="481644" y="380922"/>
                </a:lnTo>
                <a:lnTo>
                  <a:pt x="521593" y="357122"/>
                </a:lnTo>
                <a:lnTo>
                  <a:pt x="563807" y="339205"/>
                </a:lnTo>
                <a:lnTo>
                  <a:pt x="607565" y="327913"/>
                </a:lnTo>
                <a:lnTo>
                  <a:pt x="652145" y="323984"/>
                </a:lnTo>
                <a:lnTo>
                  <a:pt x="607565" y="320090"/>
                </a:lnTo>
                <a:lnTo>
                  <a:pt x="563807" y="308893"/>
                </a:lnTo>
                <a:lnTo>
                  <a:pt x="521593" y="291124"/>
                </a:lnTo>
                <a:lnTo>
                  <a:pt x="481644" y="267513"/>
                </a:lnTo>
                <a:lnTo>
                  <a:pt x="444681" y="238790"/>
                </a:lnTo>
                <a:lnTo>
                  <a:pt x="411426" y="205686"/>
                </a:lnTo>
                <a:lnTo>
                  <a:pt x="382599" y="168930"/>
                </a:lnTo>
                <a:lnTo>
                  <a:pt x="358923" y="129254"/>
                </a:lnTo>
                <a:lnTo>
                  <a:pt x="341118" y="87386"/>
                </a:lnTo>
                <a:lnTo>
                  <a:pt x="329906" y="44058"/>
                </a:lnTo>
                <a:lnTo>
                  <a:pt x="326009" y="0"/>
                </a:lnTo>
                <a:close/>
              </a:path>
            </a:pathLst>
          </a:custGeom>
          <a:solidFill>
            <a:srgbClr val="36D636"/>
          </a:solidFill>
        </p:spPr>
        <p:txBody>
          <a:bodyPr wrap="square" lIns="0" tIns="0" rIns="0" bIns="0" rtlCol="0"/>
          <a:lstStyle/>
          <a:p>
            <a:endParaRPr/>
          </a:p>
        </p:txBody>
      </p:sp>
      <p:sp>
        <p:nvSpPr>
          <p:cNvPr id="29" name="bg object 29"/>
          <p:cNvSpPr/>
          <p:nvPr/>
        </p:nvSpPr>
        <p:spPr>
          <a:xfrm>
            <a:off x="17219457" y="8884797"/>
            <a:ext cx="652780" cy="650240"/>
          </a:xfrm>
          <a:custGeom>
            <a:avLst/>
            <a:gdLst/>
            <a:ahLst/>
            <a:cxnLst/>
            <a:rect l="l" t="t" r="r" b="b"/>
            <a:pathLst>
              <a:path w="652780" h="650240">
                <a:moveTo>
                  <a:pt x="0" y="323977"/>
                </a:moveTo>
                <a:lnTo>
                  <a:pt x="44433" y="320082"/>
                </a:lnTo>
                <a:lnTo>
                  <a:pt x="88100" y="308885"/>
                </a:lnTo>
                <a:lnTo>
                  <a:pt x="130268" y="291117"/>
                </a:lnTo>
                <a:lnTo>
                  <a:pt x="170209" y="267506"/>
                </a:lnTo>
                <a:lnTo>
                  <a:pt x="207193" y="238784"/>
                </a:lnTo>
                <a:lnTo>
                  <a:pt x="240490" y="205680"/>
                </a:lnTo>
                <a:lnTo>
                  <a:pt x="269369" y="168925"/>
                </a:lnTo>
                <a:lnTo>
                  <a:pt x="293101" y="129249"/>
                </a:lnTo>
                <a:lnTo>
                  <a:pt x="310957" y="87383"/>
                </a:lnTo>
                <a:lnTo>
                  <a:pt x="322205" y="44056"/>
                </a:lnTo>
                <a:lnTo>
                  <a:pt x="326117" y="0"/>
                </a:lnTo>
                <a:lnTo>
                  <a:pt x="330014" y="44056"/>
                </a:lnTo>
                <a:lnTo>
                  <a:pt x="341226" y="87383"/>
                </a:lnTo>
                <a:lnTo>
                  <a:pt x="359029" y="129249"/>
                </a:lnTo>
                <a:lnTo>
                  <a:pt x="382704" y="168925"/>
                </a:lnTo>
                <a:lnTo>
                  <a:pt x="411529" y="205680"/>
                </a:lnTo>
                <a:lnTo>
                  <a:pt x="444783" y="238784"/>
                </a:lnTo>
                <a:lnTo>
                  <a:pt x="481744" y="267506"/>
                </a:lnTo>
                <a:lnTo>
                  <a:pt x="521691" y="291117"/>
                </a:lnTo>
                <a:lnTo>
                  <a:pt x="563902" y="308885"/>
                </a:lnTo>
                <a:lnTo>
                  <a:pt x="607657" y="320082"/>
                </a:lnTo>
                <a:lnTo>
                  <a:pt x="652234" y="323977"/>
                </a:lnTo>
                <a:lnTo>
                  <a:pt x="607657" y="327906"/>
                </a:lnTo>
                <a:lnTo>
                  <a:pt x="563902" y="339198"/>
                </a:lnTo>
                <a:lnTo>
                  <a:pt x="521691" y="357115"/>
                </a:lnTo>
                <a:lnTo>
                  <a:pt x="481744" y="380915"/>
                </a:lnTo>
                <a:lnTo>
                  <a:pt x="444783" y="409860"/>
                </a:lnTo>
                <a:lnTo>
                  <a:pt x="411529" y="443208"/>
                </a:lnTo>
                <a:lnTo>
                  <a:pt x="382704" y="480221"/>
                </a:lnTo>
                <a:lnTo>
                  <a:pt x="359029" y="520158"/>
                </a:lnTo>
                <a:lnTo>
                  <a:pt x="341226" y="562279"/>
                </a:lnTo>
                <a:lnTo>
                  <a:pt x="330014" y="605845"/>
                </a:lnTo>
                <a:lnTo>
                  <a:pt x="326117" y="650115"/>
                </a:lnTo>
                <a:lnTo>
                  <a:pt x="322205" y="605845"/>
                </a:lnTo>
                <a:lnTo>
                  <a:pt x="310957" y="562279"/>
                </a:lnTo>
                <a:lnTo>
                  <a:pt x="293101" y="520158"/>
                </a:lnTo>
                <a:lnTo>
                  <a:pt x="269369" y="480221"/>
                </a:lnTo>
                <a:lnTo>
                  <a:pt x="240490" y="443208"/>
                </a:lnTo>
                <a:lnTo>
                  <a:pt x="207193" y="409860"/>
                </a:lnTo>
                <a:lnTo>
                  <a:pt x="170209" y="380915"/>
                </a:lnTo>
                <a:lnTo>
                  <a:pt x="130268" y="357115"/>
                </a:lnTo>
                <a:lnTo>
                  <a:pt x="88100" y="339198"/>
                </a:lnTo>
                <a:lnTo>
                  <a:pt x="44433" y="327906"/>
                </a:lnTo>
                <a:lnTo>
                  <a:pt x="0" y="323977"/>
                </a:lnTo>
                <a:close/>
              </a:path>
            </a:pathLst>
          </a:custGeom>
          <a:ln w="18717">
            <a:solidFill>
              <a:srgbClr val="36D636"/>
            </a:solidFill>
          </a:ln>
        </p:spPr>
        <p:txBody>
          <a:bodyPr wrap="square" lIns="0" tIns="0" rIns="0" bIns="0" rtlCol="0"/>
          <a:lstStyle/>
          <a:p>
            <a:endParaRPr/>
          </a:p>
        </p:txBody>
      </p:sp>
      <p:sp>
        <p:nvSpPr>
          <p:cNvPr id="30" name="bg object 30"/>
          <p:cNvSpPr/>
          <p:nvPr/>
        </p:nvSpPr>
        <p:spPr>
          <a:xfrm>
            <a:off x="534238" y="857516"/>
            <a:ext cx="440690" cy="440690"/>
          </a:xfrm>
          <a:custGeom>
            <a:avLst/>
            <a:gdLst/>
            <a:ahLst/>
            <a:cxnLst/>
            <a:rect l="l" t="t" r="r" b="b"/>
            <a:pathLst>
              <a:path w="440690" h="440690">
                <a:moveTo>
                  <a:pt x="220285" y="0"/>
                </a:moveTo>
                <a:lnTo>
                  <a:pt x="208766" y="0"/>
                </a:lnTo>
                <a:lnTo>
                  <a:pt x="185727" y="2882"/>
                </a:lnTo>
                <a:lnTo>
                  <a:pt x="174932" y="5041"/>
                </a:lnTo>
                <a:lnTo>
                  <a:pt x="163413" y="7924"/>
                </a:lnTo>
                <a:lnTo>
                  <a:pt x="152613" y="10795"/>
                </a:lnTo>
                <a:lnTo>
                  <a:pt x="141818" y="15125"/>
                </a:lnTo>
                <a:lnTo>
                  <a:pt x="131018" y="19431"/>
                </a:lnTo>
                <a:lnTo>
                  <a:pt x="91424" y="42468"/>
                </a:lnTo>
                <a:lnTo>
                  <a:pt x="56871" y="73431"/>
                </a:lnTo>
                <a:lnTo>
                  <a:pt x="30237" y="110147"/>
                </a:lnTo>
                <a:lnTo>
                  <a:pt x="7918" y="163410"/>
                </a:lnTo>
                <a:lnTo>
                  <a:pt x="5759" y="174929"/>
                </a:lnTo>
                <a:lnTo>
                  <a:pt x="3601" y="185737"/>
                </a:lnTo>
                <a:lnTo>
                  <a:pt x="720" y="208762"/>
                </a:lnTo>
                <a:lnTo>
                  <a:pt x="720" y="220281"/>
                </a:lnTo>
                <a:lnTo>
                  <a:pt x="0" y="220281"/>
                </a:lnTo>
                <a:lnTo>
                  <a:pt x="0" y="231800"/>
                </a:lnTo>
                <a:lnTo>
                  <a:pt x="2877" y="254838"/>
                </a:lnTo>
                <a:lnTo>
                  <a:pt x="14396" y="299466"/>
                </a:lnTo>
                <a:lnTo>
                  <a:pt x="35272" y="340499"/>
                </a:lnTo>
                <a:lnTo>
                  <a:pt x="72707" y="383692"/>
                </a:lnTo>
                <a:lnTo>
                  <a:pt x="120218" y="416814"/>
                </a:lnTo>
                <a:lnTo>
                  <a:pt x="163413" y="433374"/>
                </a:lnTo>
                <a:lnTo>
                  <a:pt x="208766" y="440575"/>
                </a:lnTo>
                <a:lnTo>
                  <a:pt x="231800" y="440575"/>
                </a:lnTo>
                <a:lnTo>
                  <a:pt x="277153" y="433374"/>
                </a:lnTo>
                <a:lnTo>
                  <a:pt x="320347" y="416814"/>
                </a:lnTo>
                <a:lnTo>
                  <a:pt x="359222" y="391617"/>
                </a:lnTo>
                <a:lnTo>
                  <a:pt x="391617" y="359219"/>
                </a:lnTo>
                <a:lnTo>
                  <a:pt x="416812" y="320344"/>
                </a:lnTo>
                <a:lnTo>
                  <a:pt x="433368" y="277152"/>
                </a:lnTo>
                <a:lnTo>
                  <a:pt x="440566" y="231800"/>
                </a:lnTo>
                <a:lnTo>
                  <a:pt x="440566" y="220281"/>
                </a:lnTo>
                <a:lnTo>
                  <a:pt x="440566" y="208762"/>
                </a:lnTo>
                <a:lnTo>
                  <a:pt x="432648" y="163410"/>
                </a:lnTo>
                <a:lnTo>
                  <a:pt x="416088" y="120218"/>
                </a:lnTo>
                <a:lnTo>
                  <a:pt x="390897" y="82067"/>
                </a:lnTo>
                <a:lnTo>
                  <a:pt x="349860" y="42468"/>
                </a:lnTo>
                <a:lnTo>
                  <a:pt x="309547" y="19431"/>
                </a:lnTo>
                <a:lnTo>
                  <a:pt x="265638" y="5753"/>
                </a:lnTo>
                <a:lnTo>
                  <a:pt x="254838" y="3606"/>
                </a:lnTo>
                <a:lnTo>
                  <a:pt x="231800" y="723"/>
                </a:lnTo>
                <a:lnTo>
                  <a:pt x="220285" y="723"/>
                </a:lnTo>
                <a:lnTo>
                  <a:pt x="220285" y="0"/>
                </a:lnTo>
                <a:close/>
              </a:path>
            </a:pathLst>
          </a:custGeom>
          <a:solidFill>
            <a:srgbClr val="959595"/>
          </a:solidFill>
        </p:spPr>
        <p:txBody>
          <a:bodyPr wrap="square" lIns="0" tIns="0" rIns="0" bIns="0" rtlCol="0"/>
          <a:lstStyle/>
          <a:p>
            <a:endParaRPr/>
          </a:p>
        </p:txBody>
      </p:sp>
      <p:sp>
        <p:nvSpPr>
          <p:cNvPr id="31" name="bg object 31"/>
          <p:cNvSpPr/>
          <p:nvPr/>
        </p:nvSpPr>
        <p:spPr>
          <a:xfrm>
            <a:off x="534238" y="857516"/>
            <a:ext cx="440690" cy="440690"/>
          </a:xfrm>
          <a:custGeom>
            <a:avLst/>
            <a:gdLst/>
            <a:ahLst/>
            <a:cxnLst/>
            <a:rect l="l" t="t" r="r" b="b"/>
            <a:pathLst>
              <a:path w="440690" h="440690">
                <a:moveTo>
                  <a:pt x="440566" y="220281"/>
                </a:moveTo>
                <a:lnTo>
                  <a:pt x="440566" y="231800"/>
                </a:lnTo>
                <a:lnTo>
                  <a:pt x="439127" y="243319"/>
                </a:lnTo>
                <a:lnTo>
                  <a:pt x="437688" y="254838"/>
                </a:lnTo>
                <a:lnTo>
                  <a:pt x="426170" y="299466"/>
                </a:lnTo>
                <a:lnTo>
                  <a:pt x="405293" y="340499"/>
                </a:lnTo>
                <a:lnTo>
                  <a:pt x="375776" y="375780"/>
                </a:lnTo>
                <a:lnTo>
                  <a:pt x="367859" y="383692"/>
                </a:lnTo>
                <a:lnTo>
                  <a:pt x="359222" y="391617"/>
                </a:lnTo>
                <a:lnTo>
                  <a:pt x="349860" y="398818"/>
                </a:lnTo>
                <a:lnTo>
                  <a:pt x="340503" y="405295"/>
                </a:lnTo>
                <a:lnTo>
                  <a:pt x="330423" y="411048"/>
                </a:lnTo>
                <a:lnTo>
                  <a:pt x="320347" y="416814"/>
                </a:lnTo>
                <a:lnTo>
                  <a:pt x="277153" y="433374"/>
                </a:lnTo>
                <a:lnTo>
                  <a:pt x="243319" y="439127"/>
                </a:lnTo>
                <a:lnTo>
                  <a:pt x="231800" y="440575"/>
                </a:lnTo>
                <a:lnTo>
                  <a:pt x="220285" y="440575"/>
                </a:lnTo>
                <a:lnTo>
                  <a:pt x="208766" y="440575"/>
                </a:lnTo>
                <a:lnTo>
                  <a:pt x="197247" y="439127"/>
                </a:lnTo>
                <a:lnTo>
                  <a:pt x="151894" y="429768"/>
                </a:lnTo>
                <a:lnTo>
                  <a:pt x="110143" y="411048"/>
                </a:lnTo>
                <a:lnTo>
                  <a:pt x="100062" y="405295"/>
                </a:lnTo>
                <a:lnTo>
                  <a:pt x="90705" y="398818"/>
                </a:lnTo>
                <a:lnTo>
                  <a:pt x="81344" y="391617"/>
                </a:lnTo>
                <a:lnTo>
                  <a:pt x="72707" y="383692"/>
                </a:lnTo>
                <a:lnTo>
                  <a:pt x="64790" y="375780"/>
                </a:lnTo>
                <a:lnTo>
                  <a:pt x="56871" y="367868"/>
                </a:lnTo>
                <a:lnTo>
                  <a:pt x="29517" y="330428"/>
                </a:lnTo>
                <a:lnTo>
                  <a:pt x="10800" y="288671"/>
                </a:lnTo>
                <a:lnTo>
                  <a:pt x="1438" y="243319"/>
                </a:lnTo>
                <a:lnTo>
                  <a:pt x="0" y="231800"/>
                </a:lnTo>
                <a:lnTo>
                  <a:pt x="0" y="220281"/>
                </a:lnTo>
                <a:lnTo>
                  <a:pt x="720" y="220281"/>
                </a:lnTo>
                <a:lnTo>
                  <a:pt x="720" y="208762"/>
                </a:lnTo>
                <a:lnTo>
                  <a:pt x="2157" y="197256"/>
                </a:lnTo>
                <a:lnTo>
                  <a:pt x="3601" y="185737"/>
                </a:lnTo>
                <a:lnTo>
                  <a:pt x="5759" y="174929"/>
                </a:lnTo>
                <a:lnTo>
                  <a:pt x="7918" y="163410"/>
                </a:lnTo>
                <a:lnTo>
                  <a:pt x="11518" y="152615"/>
                </a:lnTo>
                <a:lnTo>
                  <a:pt x="15116" y="141820"/>
                </a:lnTo>
                <a:lnTo>
                  <a:pt x="19437" y="131013"/>
                </a:lnTo>
                <a:lnTo>
                  <a:pt x="42475" y="90703"/>
                </a:lnTo>
                <a:lnTo>
                  <a:pt x="73427" y="56870"/>
                </a:lnTo>
                <a:lnTo>
                  <a:pt x="110143" y="29514"/>
                </a:lnTo>
                <a:lnTo>
                  <a:pt x="141818" y="15125"/>
                </a:lnTo>
                <a:lnTo>
                  <a:pt x="152613" y="10795"/>
                </a:lnTo>
                <a:lnTo>
                  <a:pt x="163413" y="7924"/>
                </a:lnTo>
                <a:lnTo>
                  <a:pt x="174932" y="5041"/>
                </a:lnTo>
                <a:lnTo>
                  <a:pt x="185727" y="2882"/>
                </a:lnTo>
                <a:lnTo>
                  <a:pt x="197247" y="1447"/>
                </a:lnTo>
                <a:lnTo>
                  <a:pt x="208766" y="0"/>
                </a:lnTo>
                <a:lnTo>
                  <a:pt x="220285" y="0"/>
                </a:lnTo>
                <a:lnTo>
                  <a:pt x="220285" y="723"/>
                </a:lnTo>
                <a:lnTo>
                  <a:pt x="231800" y="723"/>
                </a:lnTo>
                <a:lnTo>
                  <a:pt x="243319" y="2159"/>
                </a:lnTo>
                <a:lnTo>
                  <a:pt x="254838" y="3606"/>
                </a:lnTo>
                <a:lnTo>
                  <a:pt x="265638" y="5753"/>
                </a:lnTo>
                <a:lnTo>
                  <a:pt x="277153" y="7924"/>
                </a:lnTo>
                <a:lnTo>
                  <a:pt x="320347" y="24472"/>
                </a:lnTo>
                <a:lnTo>
                  <a:pt x="358501" y="49669"/>
                </a:lnTo>
                <a:lnTo>
                  <a:pt x="390897" y="82067"/>
                </a:lnTo>
                <a:lnTo>
                  <a:pt x="416088" y="120218"/>
                </a:lnTo>
                <a:lnTo>
                  <a:pt x="425450" y="141820"/>
                </a:lnTo>
                <a:lnTo>
                  <a:pt x="429771" y="152615"/>
                </a:lnTo>
                <a:lnTo>
                  <a:pt x="432648" y="163410"/>
                </a:lnTo>
                <a:lnTo>
                  <a:pt x="435526" y="174929"/>
                </a:lnTo>
                <a:lnTo>
                  <a:pt x="437688" y="185737"/>
                </a:lnTo>
                <a:lnTo>
                  <a:pt x="439127" y="197256"/>
                </a:lnTo>
                <a:lnTo>
                  <a:pt x="440566" y="208762"/>
                </a:lnTo>
                <a:lnTo>
                  <a:pt x="440566" y="220281"/>
                </a:lnTo>
                <a:close/>
              </a:path>
            </a:pathLst>
          </a:custGeom>
          <a:ln w="18716">
            <a:solidFill>
              <a:srgbClr val="959595"/>
            </a:solidFill>
          </a:ln>
        </p:spPr>
        <p:txBody>
          <a:bodyPr wrap="square" lIns="0" tIns="0" rIns="0" bIns="0" rtlCol="0"/>
          <a:lstStyle/>
          <a:p>
            <a:endParaRPr/>
          </a:p>
        </p:txBody>
      </p:sp>
      <p:sp>
        <p:nvSpPr>
          <p:cNvPr id="2" name="Holder 2"/>
          <p:cNvSpPr>
            <a:spLocks noGrp="1"/>
          </p:cNvSpPr>
          <p:nvPr>
            <p:ph type="ctrTitle"/>
          </p:nvPr>
        </p:nvSpPr>
        <p:spPr>
          <a:xfrm>
            <a:off x="1610182" y="1184186"/>
            <a:ext cx="7677150" cy="879475"/>
          </a:xfrm>
          <a:prstGeom prst="rect">
            <a:avLst/>
          </a:prstGeom>
        </p:spPr>
        <p:txBody>
          <a:bodyPr wrap="square" lIns="0" tIns="0" rIns="0" bIns="0">
            <a:spAutoFit/>
          </a:bodyPr>
          <a:lstStyle>
            <a:lvl1pPr>
              <a:defRPr sz="4750" b="1" i="0">
                <a:solidFill>
                  <a:schemeClr val="tx1"/>
                </a:solidFill>
                <a:latin typeface="Arial"/>
                <a:cs typeface="Arial"/>
              </a:defRPr>
            </a:lvl1pPr>
          </a:lstStyle>
          <a:p>
            <a:endParaRPr/>
          </a:p>
        </p:txBody>
      </p:sp>
      <p:sp>
        <p:nvSpPr>
          <p:cNvPr id="3" name="Holder 3"/>
          <p:cNvSpPr>
            <a:spLocks noGrp="1"/>
          </p:cNvSpPr>
          <p:nvPr>
            <p:ph type="subTitle" idx="4"/>
          </p:nvPr>
        </p:nvSpPr>
        <p:spPr>
          <a:xfrm>
            <a:off x="2745105" y="5767832"/>
            <a:ext cx="12810490" cy="25749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1" i="0">
                <a:solidFill>
                  <a:schemeClr val="tx1"/>
                </a:solidFill>
                <a:latin typeface="Arial"/>
                <a:cs typeface="Arial"/>
              </a:defRPr>
            </a:lvl1pPr>
          </a:lstStyle>
          <a:p>
            <a:endParaRPr/>
          </a:p>
        </p:txBody>
      </p:sp>
      <p:sp>
        <p:nvSpPr>
          <p:cNvPr id="3" name="Holder 3"/>
          <p:cNvSpPr>
            <a:spLocks noGrp="1"/>
          </p:cNvSpPr>
          <p:nvPr>
            <p:ph sz="half" idx="2"/>
          </p:nvPr>
        </p:nvSpPr>
        <p:spPr>
          <a:xfrm>
            <a:off x="915035" y="2368931"/>
            <a:ext cx="7960804" cy="679780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24860" y="2368931"/>
            <a:ext cx="7960804" cy="679780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3F3F3"/>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5038" y="-9359"/>
            <a:ext cx="3058410" cy="1533511"/>
          </a:xfrm>
          <a:prstGeom prst="rect">
            <a:avLst/>
          </a:prstGeom>
        </p:spPr>
      </p:pic>
      <p:sp>
        <p:nvSpPr>
          <p:cNvPr id="18" name="bg object 18"/>
          <p:cNvSpPr/>
          <p:nvPr/>
        </p:nvSpPr>
        <p:spPr>
          <a:xfrm>
            <a:off x="17322418" y="0"/>
            <a:ext cx="965835" cy="916305"/>
          </a:xfrm>
          <a:custGeom>
            <a:avLst/>
            <a:gdLst/>
            <a:ahLst/>
            <a:cxnLst/>
            <a:rect l="l" t="t" r="r" b="b"/>
            <a:pathLst>
              <a:path w="965834" h="916305">
                <a:moveTo>
                  <a:pt x="506900" y="0"/>
                </a:moveTo>
                <a:lnTo>
                  <a:pt x="488345" y="0"/>
                </a:lnTo>
                <a:lnTo>
                  <a:pt x="487646" y="4151"/>
                </a:lnTo>
                <a:lnTo>
                  <a:pt x="475680" y="47486"/>
                </a:lnTo>
                <a:lnTo>
                  <a:pt x="459456" y="89850"/>
                </a:lnTo>
                <a:lnTo>
                  <a:pt x="439280" y="130944"/>
                </a:lnTo>
                <a:lnTo>
                  <a:pt x="415457" y="170467"/>
                </a:lnTo>
                <a:lnTo>
                  <a:pt x="388292" y="208123"/>
                </a:lnTo>
                <a:lnTo>
                  <a:pt x="358091" y="243610"/>
                </a:lnTo>
                <a:lnTo>
                  <a:pt x="325158" y="276632"/>
                </a:lnTo>
                <a:lnTo>
                  <a:pt x="289800" y="306888"/>
                </a:lnTo>
                <a:lnTo>
                  <a:pt x="252320" y="334079"/>
                </a:lnTo>
                <a:lnTo>
                  <a:pt x="213025" y="357908"/>
                </a:lnTo>
                <a:lnTo>
                  <a:pt x="172220" y="378075"/>
                </a:lnTo>
                <a:lnTo>
                  <a:pt x="130209" y="394280"/>
                </a:lnTo>
                <a:lnTo>
                  <a:pt x="87299" y="406225"/>
                </a:lnTo>
                <a:lnTo>
                  <a:pt x="43794" y="413612"/>
                </a:lnTo>
                <a:lnTo>
                  <a:pt x="0" y="416140"/>
                </a:lnTo>
                <a:lnTo>
                  <a:pt x="43794" y="418669"/>
                </a:lnTo>
                <a:lnTo>
                  <a:pt x="87299" y="426055"/>
                </a:lnTo>
                <a:lnTo>
                  <a:pt x="130209" y="437998"/>
                </a:lnTo>
                <a:lnTo>
                  <a:pt x="172220" y="454199"/>
                </a:lnTo>
                <a:lnTo>
                  <a:pt x="213025" y="474357"/>
                </a:lnTo>
                <a:lnTo>
                  <a:pt x="252320" y="498173"/>
                </a:lnTo>
                <a:lnTo>
                  <a:pt x="289800" y="525347"/>
                </a:lnTo>
                <a:lnTo>
                  <a:pt x="325158" y="555579"/>
                </a:lnTo>
                <a:lnTo>
                  <a:pt x="358091" y="588570"/>
                </a:lnTo>
                <a:lnTo>
                  <a:pt x="388292" y="624019"/>
                </a:lnTo>
                <a:lnTo>
                  <a:pt x="415457" y="661626"/>
                </a:lnTo>
                <a:lnTo>
                  <a:pt x="439280" y="701093"/>
                </a:lnTo>
                <a:lnTo>
                  <a:pt x="459456" y="742118"/>
                </a:lnTo>
                <a:lnTo>
                  <a:pt x="475680" y="784402"/>
                </a:lnTo>
                <a:lnTo>
                  <a:pt x="487646" y="827645"/>
                </a:lnTo>
                <a:lnTo>
                  <a:pt x="495050" y="871547"/>
                </a:lnTo>
                <a:lnTo>
                  <a:pt x="497585" y="915809"/>
                </a:lnTo>
                <a:lnTo>
                  <a:pt x="500142" y="871547"/>
                </a:lnTo>
                <a:lnTo>
                  <a:pt x="507604" y="827645"/>
                </a:lnTo>
                <a:lnTo>
                  <a:pt x="519662" y="784402"/>
                </a:lnTo>
                <a:lnTo>
                  <a:pt x="536008" y="742118"/>
                </a:lnTo>
                <a:lnTo>
                  <a:pt x="556331" y="701093"/>
                </a:lnTo>
                <a:lnTo>
                  <a:pt x="580323" y="661626"/>
                </a:lnTo>
                <a:lnTo>
                  <a:pt x="607673" y="624019"/>
                </a:lnTo>
                <a:lnTo>
                  <a:pt x="638073" y="588570"/>
                </a:lnTo>
                <a:lnTo>
                  <a:pt x="671212" y="555579"/>
                </a:lnTo>
                <a:lnTo>
                  <a:pt x="706783" y="525347"/>
                </a:lnTo>
                <a:lnTo>
                  <a:pt x="744474" y="498173"/>
                </a:lnTo>
                <a:lnTo>
                  <a:pt x="783977" y="474357"/>
                </a:lnTo>
                <a:lnTo>
                  <a:pt x="824982" y="454199"/>
                </a:lnTo>
                <a:lnTo>
                  <a:pt x="867181" y="437998"/>
                </a:lnTo>
                <a:lnTo>
                  <a:pt x="910262" y="426055"/>
                </a:lnTo>
                <a:lnTo>
                  <a:pt x="953918" y="418669"/>
                </a:lnTo>
                <a:lnTo>
                  <a:pt x="965602" y="417996"/>
                </a:lnTo>
                <a:lnTo>
                  <a:pt x="965602" y="414284"/>
                </a:lnTo>
                <a:lnTo>
                  <a:pt x="910262" y="406225"/>
                </a:lnTo>
                <a:lnTo>
                  <a:pt x="867181" y="394280"/>
                </a:lnTo>
                <a:lnTo>
                  <a:pt x="824982" y="378075"/>
                </a:lnTo>
                <a:lnTo>
                  <a:pt x="783977" y="357908"/>
                </a:lnTo>
                <a:lnTo>
                  <a:pt x="744474" y="334079"/>
                </a:lnTo>
                <a:lnTo>
                  <a:pt x="706783" y="306888"/>
                </a:lnTo>
                <a:lnTo>
                  <a:pt x="671212" y="276632"/>
                </a:lnTo>
                <a:lnTo>
                  <a:pt x="638073" y="243610"/>
                </a:lnTo>
                <a:lnTo>
                  <a:pt x="607673" y="208123"/>
                </a:lnTo>
                <a:lnTo>
                  <a:pt x="580323" y="170467"/>
                </a:lnTo>
                <a:lnTo>
                  <a:pt x="556331" y="130944"/>
                </a:lnTo>
                <a:lnTo>
                  <a:pt x="536008" y="89850"/>
                </a:lnTo>
                <a:lnTo>
                  <a:pt x="519662" y="47486"/>
                </a:lnTo>
                <a:lnTo>
                  <a:pt x="507604" y="4151"/>
                </a:lnTo>
                <a:lnTo>
                  <a:pt x="506900" y="0"/>
                </a:lnTo>
                <a:close/>
              </a:path>
            </a:pathLst>
          </a:custGeom>
          <a:solidFill>
            <a:srgbClr val="36D636"/>
          </a:solidFill>
        </p:spPr>
        <p:txBody>
          <a:bodyPr wrap="square" lIns="0" tIns="0" rIns="0" bIns="0" rtlCol="0"/>
          <a:lstStyle/>
          <a:p>
            <a:endParaRPr/>
          </a:p>
        </p:txBody>
      </p:sp>
      <p:sp>
        <p:nvSpPr>
          <p:cNvPr id="19" name="bg object 19"/>
          <p:cNvSpPr/>
          <p:nvPr/>
        </p:nvSpPr>
        <p:spPr>
          <a:xfrm>
            <a:off x="17322494" y="0"/>
            <a:ext cx="965835" cy="916305"/>
          </a:xfrm>
          <a:custGeom>
            <a:avLst/>
            <a:gdLst/>
            <a:ahLst/>
            <a:cxnLst/>
            <a:rect l="l" t="t" r="r" b="b"/>
            <a:pathLst>
              <a:path w="965834" h="916305">
                <a:moveTo>
                  <a:pt x="497446" y="915851"/>
                </a:moveTo>
                <a:lnTo>
                  <a:pt x="494912" y="871590"/>
                </a:lnTo>
                <a:lnTo>
                  <a:pt x="487512" y="827689"/>
                </a:lnTo>
                <a:lnTo>
                  <a:pt x="475551" y="784447"/>
                </a:lnTo>
                <a:lnTo>
                  <a:pt x="459335" y="742164"/>
                </a:lnTo>
                <a:lnTo>
                  <a:pt x="439169" y="701140"/>
                </a:lnTo>
                <a:lnTo>
                  <a:pt x="415356" y="661676"/>
                </a:lnTo>
                <a:lnTo>
                  <a:pt x="388202" y="624069"/>
                </a:lnTo>
                <a:lnTo>
                  <a:pt x="358013" y="588621"/>
                </a:lnTo>
                <a:lnTo>
                  <a:pt x="325092" y="555632"/>
                </a:lnTo>
                <a:lnTo>
                  <a:pt x="289746" y="525401"/>
                </a:lnTo>
                <a:lnTo>
                  <a:pt x="252278" y="498227"/>
                </a:lnTo>
                <a:lnTo>
                  <a:pt x="212993" y="474412"/>
                </a:lnTo>
                <a:lnTo>
                  <a:pt x="172198" y="454254"/>
                </a:lnTo>
                <a:lnTo>
                  <a:pt x="130196" y="438054"/>
                </a:lnTo>
                <a:lnTo>
                  <a:pt x="87292" y="426111"/>
                </a:lnTo>
                <a:lnTo>
                  <a:pt x="43792" y="418726"/>
                </a:lnTo>
                <a:lnTo>
                  <a:pt x="0" y="416197"/>
                </a:lnTo>
                <a:lnTo>
                  <a:pt x="43792" y="413668"/>
                </a:lnTo>
                <a:lnTo>
                  <a:pt x="87292" y="406282"/>
                </a:lnTo>
                <a:lnTo>
                  <a:pt x="130196" y="394336"/>
                </a:lnTo>
                <a:lnTo>
                  <a:pt x="172198" y="378130"/>
                </a:lnTo>
                <a:lnTo>
                  <a:pt x="212993" y="357964"/>
                </a:lnTo>
                <a:lnTo>
                  <a:pt x="252278" y="334135"/>
                </a:lnTo>
                <a:lnTo>
                  <a:pt x="289746" y="306942"/>
                </a:lnTo>
                <a:lnTo>
                  <a:pt x="325092" y="276686"/>
                </a:lnTo>
                <a:lnTo>
                  <a:pt x="358013" y="243663"/>
                </a:lnTo>
                <a:lnTo>
                  <a:pt x="388202" y="208175"/>
                </a:lnTo>
                <a:lnTo>
                  <a:pt x="415356" y="170519"/>
                </a:lnTo>
                <a:lnTo>
                  <a:pt x="439169" y="130995"/>
                </a:lnTo>
                <a:lnTo>
                  <a:pt x="459335" y="89901"/>
                </a:lnTo>
                <a:lnTo>
                  <a:pt x="475551" y="47536"/>
                </a:lnTo>
                <a:lnTo>
                  <a:pt x="487512" y="4199"/>
                </a:lnTo>
                <a:lnTo>
                  <a:pt x="488218" y="0"/>
                </a:lnTo>
              </a:path>
              <a:path w="965834" h="916305">
                <a:moveTo>
                  <a:pt x="506756" y="0"/>
                </a:moveTo>
                <a:lnTo>
                  <a:pt x="519533" y="47536"/>
                </a:lnTo>
                <a:lnTo>
                  <a:pt x="535885" y="89901"/>
                </a:lnTo>
                <a:lnTo>
                  <a:pt x="556217" y="130995"/>
                </a:lnTo>
                <a:lnTo>
                  <a:pt x="580217" y="170519"/>
                </a:lnTo>
                <a:lnTo>
                  <a:pt x="607578" y="208175"/>
                </a:lnTo>
                <a:lnTo>
                  <a:pt x="637988" y="243663"/>
                </a:lnTo>
                <a:lnTo>
                  <a:pt x="671138" y="276686"/>
                </a:lnTo>
                <a:lnTo>
                  <a:pt x="706718" y="306942"/>
                </a:lnTo>
                <a:lnTo>
                  <a:pt x="744419" y="334135"/>
                </a:lnTo>
                <a:lnTo>
                  <a:pt x="783931" y="357964"/>
                </a:lnTo>
                <a:lnTo>
                  <a:pt x="824944" y="378130"/>
                </a:lnTo>
                <a:lnTo>
                  <a:pt x="867149" y="394336"/>
                </a:lnTo>
                <a:lnTo>
                  <a:pt x="910235" y="406282"/>
                </a:lnTo>
                <a:lnTo>
                  <a:pt x="953893" y="413668"/>
                </a:lnTo>
                <a:lnTo>
                  <a:pt x="965528" y="414338"/>
                </a:lnTo>
              </a:path>
              <a:path w="965834" h="916305">
                <a:moveTo>
                  <a:pt x="965528" y="418056"/>
                </a:moveTo>
                <a:lnTo>
                  <a:pt x="910235" y="426111"/>
                </a:lnTo>
                <a:lnTo>
                  <a:pt x="867149" y="438054"/>
                </a:lnTo>
                <a:lnTo>
                  <a:pt x="824944" y="454254"/>
                </a:lnTo>
                <a:lnTo>
                  <a:pt x="783931" y="474412"/>
                </a:lnTo>
                <a:lnTo>
                  <a:pt x="744419" y="498227"/>
                </a:lnTo>
                <a:lnTo>
                  <a:pt x="706718" y="525401"/>
                </a:lnTo>
                <a:lnTo>
                  <a:pt x="671138" y="555632"/>
                </a:lnTo>
                <a:lnTo>
                  <a:pt x="637988" y="588621"/>
                </a:lnTo>
                <a:lnTo>
                  <a:pt x="607578" y="624069"/>
                </a:lnTo>
                <a:lnTo>
                  <a:pt x="580217" y="661676"/>
                </a:lnTo>
                <a:lnTo>
                  <a:pt x="556217" y="701140"/>
                </a:lnTo>
                <a:lnTo>
                  <a:pt x="535885" y="742164"/>
                </a:lnTo>
                <a:lnTo>
                  <a:pt x="519533" y="784447"/>
                </a:lnTo>
                <a:lnTo>
                  <a:pt x="507469" y="827689"/>
                </a:lnTo>
                <a:lnTo>
                  <a:pt x="500003" y="871590"/>
                </a:lnTo>
                <a:lnTo>
                  <a:pt x="497446" y="915851"/>
                </a:lnTo>
              </a:path>
            </a:pathLst>
          </a:custGeom>
          <a:ln w="18718">
            <a:solidFill>
              <a:srgbClr val="36D636"/>
            </a:solidFill>
          </a:ln>
        </p:spPr>
        <p:txBody>
          <a:bodyPr wrap="square" lIns="0" tIns="0" rIns="0" bIns="0" rtlCol="0"/>
          <a:lstStyle/>
          <a:p>
            <a:endParaRPr/>
          </a:p>
        </p:txBody>
      </p:sp>
      <p:sp>
        <p:nvSpPr>
          <p:cNvPr id="20" name="bg object 20"/>
          <p:cNvSpPr/>
          <p:nvPr/>
        </p:nvSpPr>
        <p:spPr>
          <a:xfrm>
            <a:off x="17322418" y="840931"/>
            <a:ext cx="965835" cy="1000125"/>
          </a:xfrm>
          <a:custGeom>
            <a:avLst/>
            <a:gdLst/>
            <a:ahLst/>
            <a:cxnLst/>
            <a:rect l="l" t="t" r="r" b="b"/>
            <a:pathLst>
              <a:path w="965834" h="1000125">
                <a:moveTo>
                  <a:pt x="497585" y="0"/>
                </a:moveTo>
                <a:lnTo>
                  <a:pt x="495050" y="44382"/>
                </a:lnTo>
                <a:lnTo>
                  <a:pt x="487646" y="88390"/>
                </a:lnTo>
                <a:lnTo>
                  <a:pt x="475680" y="131726"/>
                </a:lnTo>
                <a:lnTo>
                  <a:pt x="459456" y="174089"/>
                </a:lnTo>
                <a:lnTo>
                  <a:pt x="439280" y="215183"/>
                </a:lnTo>
                <a:lnTo>
                  <a:pt x="415457" y="254706"/>
                </a:lnTo>
                <a:lnTo>
                  <a:pt x="388292" y="292362"/>
                </a:lnTo>
                <a:lnTo>
                  <a:pt x="358091" y="327849"/>
                </a:lnTo>
                <a:lnTo>
                  <a:pt x="325158" y="360871"/>
                </a:lnTo>
                <a:lnTo>
                  <a:pt x="289800" y="391127"/>
                </a:lnTo>
                <a:lnTo>
                  <a:pt x="252320" y="418319"/>
                </a:lnTo>
                <a:lnTo>
                  <a:pt x="213025" y="442147"/>
                </a:lnTo>
                <a:lnTo>
                  <a:pt x="172220" y="462314"/>
                </a:lnTo>
                <a:lnTo>
                  <a:pt x="130209" y="478519"/>
                </a:lnTo>
                <a:lnTo>
                  <a:pt x="87299" y="490464"/>
                </a:lnTo>
                <a:lnTo>
                  <a:pt x="43794" y="497851"/>
                </a:lnTo>
                <a:lnTo>
                  <a:pt x="0" y="500379"/>
                </a:lnTo>
                <a:lnTo>
                  <a:pt x="43794" y="502908"/>
                </a:lnTo>
                <a:lnTo>
                  <a:pt x="87299" y="510294"/>
                </a:lnTo>
                <a:lnTo>
                  <a:pt x="130209" y="522237"/>
                </a:lnTo>
                <a:lnTo>
                  <a:pt x="172220" y="538438"/>
                </a:lnTo>
                <a:lnTo>
                  <a:pt x="213025" y="558596"/>
                </a:lnTo>
                <a:lnTo>
                  <a:pt x="252320" y="582412"/>
                </a:lnTo>
                <a:lnTo>
                  <a:pt x="289800" y="609586"/>
                </a:lnTo>
                <a:lnTo>
                  <a:pt x="325158" y="639819"/>
                </a:lnTo>
                <a:lnTo>
                  <a:pt x="358091" y="672809"/>
                </a:lnTo>
                <a:lnTo>
                  <a:pt x="388292" y="708258"/>
                </a:lnTo>
                <a:lnTo>
                  <a:pt x="415457" y="745865"/>
                </a:lnTo>
                <a:lnTo>
                  <a:pt x="439280" y="785332"/>
                </a:lnTo>
                <a:lnTo>
                  <a:pt x="459456" y="826357"/>
                </a:lnTo>
                <a:lnTo>
                  <a:pt x="475680" y="868641"/>
                </a:lnTo>
                <a:lnTo>
                  <a:pt x="487646" y="911884"/>
                </a:lnTo>
                <a:lnTo>
                  <a:pt x="495050" y="955786"/>
                </a:lnTo>
                <a:lnTo>
                  <a:pt x="497585" y="1000048"/>
                </a:lnTo>
                <a:lnTo>
                  <a:pt x="500142" y="955786"/>
                </a:lnTo>
                <a:lnTo>
                  <a:pt x="507604" y="911884"/>
                </a:lnTo>
                <a:lnTo>
                  <a:pt x="519662" y="868641"/>
                </a:lnTo>
                <a:lnTo>
                  <a:pt x="536008" y="826357"/>
                </a:lnTo>
                <a:lnTo>
                  <a:pt x="556331" y="785332"/>
                </a:lnTo>
                <a:lnTo>
                  <a:pt x="580323" y="745865"/>
                </a:lnTo>
                <a:lnTo>
                  <a:pt x="607673" y="708258"/>
                </a:lnTo>
                <a:lnTo>
                  <a:pt x="638073" y="672809"/>
                </a:lnTo>
                <a:lnTo>
                  <a:pt x="671212" y="639819"/>
                </a:lnTo>
                <a:lnTo>
                  <a:pt x="706783" y="609586"/>
                </a:lnTo>
                <a:lnTo>
                  <a:pt x="744474" y="582412"/>
                </a:lnTo>
                <a:lnTo>
                  <a:pt x="783977" y="558596"/>
                </a:lnTo>
                <a:lnTo>
                  <a:pt x="824982" y="538438"/>
                </a:lnTo>
                <a:lnTo>
                  <a:pt x="867181" y="522237"/>
                </a:lnTo>
                <a:lnTo>
                  <a:pt x="910262" y="510294"/>
                </a:lnTo>
                <a:lnTo>
                  <a:pt x="953918" y="502908"/>
                </a:lnTo>
                <a:lnTo>
                  <a:pt x="965602" y="502235"/>
                </a:lnTo>
                <a:lnTo>
                  <a:pt x="965602" y="498524"/>
                </a:lnTo>
                <a:lnTo>
                  <a:pt x="910262" y="490464"/>
                </a:lnTo>
                <a:lnTo>
                  <a:pt x="867181" y="478519"/>
                </a:lnTo>
                <a:lnTo>
                  <a:pt x="824982" y="462314"/>
                </a:lnTo>
                <a:lnTo>
                  <a:pt x="783977" y="442147"/>
                </a:lnTo>
                <a:lnTo>
                  <a:pt x="744474" y="418319"/>
                </a:lnTo>
                <a:lnTo>
                  <a:pt x="706783" y="391127"/>
                </a:lnTo>
                <a:lnTo>
                  <a:pt x="671212" y="360871"/>
                </a:lnTo>
                <a:lnTo>
                  <a:pt x="638073" y="327849"/>
                </a:lnTo>
                <a:lnTo>
                  <a:pt x="607673" y="292362"/>
                </a:lnTo>
                <a:lnTo>
                  <a:pt x="580323" y="254706"/>
                </a:lnTo>
                <a:lnTo>
                  <a:pt x="556331" y="215183"/>
                </a:lnTo>
                <a:lnTo>
                  <a:pt x="536008" y="174089"/>
                </a:lnTo>
                <a:lnTo>
                  <a:pt x="519662" y="131726"/>
                </a:lnTo>
                <a:lnTo>
                  <a:pt x="507604" y="88390"/>
                </a:lnTo>
                <a:lnTo>
                  <a:pt x="500142" y="44382"/>
                </a:lnTo>
                <a:lnTo>
                  <a:pt x="497585" y="0"/>
                </a:lnTo>
                <a:close/>
              </a:path>
            </a:pathLst>
          </a:custGeom>
          <a:solidFill>
            <a:srgbClr val="36D636"/>
          </a:solidFill>
        </p:spPr>
        <p:txBody>
          <a:bodyPr wrap="square" lIns="0" tIns="0" rIns="0" bIns="0" rtlCol="0"/>
          <a:lstStyle/>
          <a:p>
            <a:endParaRPr/>
          </a:p>
        </p:txBody>
      </p:sp>
      <p:sp>
        <p:nvSpPr>
          <p:cNvPr id="21" name="bg object 21"/>
          <p:cNvSpPr/>
          <p:nvPr/>
        </p:nvSpPr>
        <p:spPr>
          <a:xfrm>
            <a:off x="17322494" y="840982"/>
            <a:ext cx="965835" cy="1000125"/>
          </a:xfrm>
          <a:custGeom>
            <a:avLst/>
            <a:gdLst/>
            <a:ahLst/>
            <a:cxnLst/>
            <a:rect l="l" t="t" r="r" b="b"/>
            <a:pathLst>
              <a:path w="965834" h="1000125">
                <a:moveTo>
                  <a:pt x="497446" y="1000043"/>
                </a:moveTo>
                <a:lnTo>
                  <a:pt x="494912" y="955780"/>
                </a:lnTo>
                <a:lnTo>
                  <a:pt x="487512" y="911877"/>
                </a:lnTo>
                <a:lnTo>
                  <a:pt x="475551" y="868634"/>
                </a:lnTo>
                <a:lnTo>
                  <a:pt x="459335" y="826350"/>
                </a:lnTo>
                <a:lnTo>
                  <a:pt x="439169" y="785325"/>
                </a:lnTo>
                <a:lnTo>
                  <a:pt x="415356" y="745859"/>
                </a:lnTo>
                <a:lnTo>
                  <a:pt x="388202" y="708252"/>
                </a:lnTo>
                <a:lnTo>
                  <a:pt x="358013" y="672803"/>
                </a:lnTo>
                <a:lnTo>
                  <a:pt x="325092" y="639813"/>
                </a:lnTo>
                <a:lnTo>
                  <a:pt x="289746" y="609581"/>
                </a:lnTo>
                <a:lnTo>
                  <a:pt x="252278" y="582408"/>
                </a:lnTo>
                <a:lnTo>
                  <a:pt x="212993" y="558592"/>
                </a:lnTo>
                <a:lnTo>
                  <a:pt x="172198" y="538434"/>
                </a:lnTo>
                <a:lnTo>
                  <a:pt x="130196" y="522234"/>
                </a:lnTo>
                <a:lnTo>
                  <a:pt x="87292" y="510291"/>
                </a:lnTo>
                <a:lnTo>
                  <a:pt x="43792" y="502905"/>
                </a:lnTo>
                <a:lnTo>
                  <a:pt x="0" y="500377"/>
                </a:lnTo>
                <a:lnTo>
                  <a:pt x="43792" y="497848"/>
                </a:lnTo>
                <a:lnTo>
                  <a:pt x="87292" y="490462"/>
                </a:lnTo>
                <a:lnTo>
                  <a:pt x="130196" y="478516"/>
                </a:lnTo>
                <a:lnTo>
                  <a:pt x="172198" y="462310"/>
                </a:lnTo>
                <a:lnTo>
                  <a:pt x="212993" y="442144"/>
                </a:lnTo>
                <a:lnTo>
                  <a:pt x="252278" y="418315"/>
                </a:lnTo>
                <a:lnTo>
                  <a:pt x="289746" y="391123"/>
                </a:lnTo>
                <a:lnTo>
                  <a:pt x="325092" y="360867"/>
                </a:lnTo>
                <a:lnTo>
                  <a:pt x="358013" y="327845"/>
                </a:lnTo>
                <a:lnTo>
                  <a:pt x="388202" y="292357"/>
                </a:lnTo>
                <a:lnTo>
                  <a:pt x="415356" y="254702"/>
                </a:lnTo>
                <a:lnTo>
                  <a:pt x="439169" y="215179"/>
                </a:lnTo>
                <a:lnTo>
                  <a:pt x="459335" y="174086"/>
                </a:lnTo>
                <a:lnTo>
                  <a:pt x="475551" y="131723"/>
                </a:lnTo>
                <a:lnTo>
                  <a:pt x="487512" y="88388"/>
                </a:lnTo>
                <a:lnTo>
                  <a:pt x="494912" y="44380"/>
                </a:lnTo>
                <a:lnTo>
                  <a:pt x="497446" y="0"/>
                </a:lnTo>
                <a:lnTo>
                  <a:pt x="500003" y="44380"/>
                </a:lnTo>
                <a:lnTo>
                  <a:pt x="507469" y="88388"/>
                </a:lnTo>
                <a:lnTo>
                  <a:pt x="519533" y="131723"/>
                </a:lnTo>
                <a:lnTo>
                  <a:pt x="535885" y="174086"/>
                </a:lnTo>
                <a:lnTo>
                  <a:pt x="556217" y="215179"/>
                </a:lnTo>
                <a:lnTo>
                  <a:pt x="580217" y="254702"/>
                </a:lnTo>
                <a:lnTo>
                  <a:pt x="607578" y="292357"/>
                </a:lnTo>
                <a:lnTo>
                  <a:pt x="637988" y="327845"/>
                </a:lnTo>
                <a:lnTo>
                  <a:pt x="671138" y="360867"/>
                </a:lnTo>
                <a:lnTo>
                  <a:pt x="706718" y="391123"/>
                </a:lnTo>
                <a:lnTo>
                  <a:pt x="744419" y="418315"/>
                </a:lnTo>
                <a:lnTo>
                  <a:pt x="783931" y="442144"/>
                </a:lnTo>
                <a:lnTo>
                  <a:pt x="824944" y="462310"/>
                </a:lnTo>
                <a:lnTo>
                  <a:pt x="867149" y="478516"/>
                </a:lnTo>
                <a:lnTo>
                  <a:pt x="910235" y="490462"/>
                </a:lnTo>
                <a:lnTo>
                  <a:pt x="953893" y="497848"/>
                </a:lnTo>
                <a:lnTo>
                  <a:pt x="965528" y="498518"/>
                </a:lnTo>
              </a:path>
              <a:path w="965834" h="1000125">
                <a:moveTo>
                  <a:pt x="965528" y="502236"/>
                </a:moveTo>
                <a:lnTo>
                  <a:pt x="910235" y="510291"/>
                </a:lnTo>
                <a:lnTo>
                  <a:pt x="867149" y="522234"/>
                </a:lnTo>
                <a:lnTo>
                  <a:pt x="824944" y="538434"/>
                </a:lnTo>
                <a:lnTo>
                  <a:pt x="783931" y="558592"/>
                </a:lnTo>
                <a:lnTo>
                  <a:pt x="744419" y="582408"/>
                </a:lnTo>
                <a:lnTo>
                  <a:pt x="706718" y="609581"/>
                </a:lnTo>
                <a:lnTo>
                  <a:pt x="671138" y="639813"/>
                </a:lnTo>
                <a:lnTo>
                  <a:pt x="637988" y="672803"/>
                </a:lnTo>
                <a:lnTo>
                  <a:pt x="607578" y="708252"/>
                </a:lnTo>
                <a:lnTo>
                  <a:pt x="580217" y="745859"/>
                </a:lnTo>
                <a:lnTo>
                  <a:pt x="556217" y="785325"/>
                </a:lnTo>
                <a:lnTo>
                  <a:pt x="535885" y="826350"/>
                </a:lnTo>
                <a:lnTo>
                  <a:pt x="519533" y="868634"/>
                </a:lnTo>
                <a:lnTo>
                  <a:pt x="507469" y="911877"/>
                </a:lnTo>
                <a:lnTo>
                  <a:pt x="500003" y="955780"/>
                </a:lnTo>
                <a:lnTo>
                  <a:pt x="497446" y="1000043"/>
                </a:lnTo>
              </a:path>
            </a:pathLst>
          </a:custGeom>
          <a:ln w="18718">
            <a:solidFill>
              <a:srgbClr val="36D636"/>
            </a:solidFill>
          </a:ln>
        </p:spPr>
        <p:txBody>
          <a:bodyPr wrap="square" lIns="0" tIns="0" rIns="0" bIns="0" rtlCol="0"/>
          <a:lstStyle/>
          <a:p>
            <a:endParaRPr/>
          </a:p>
        </p:txBody>
      </p:sp>
      <p:sp>
        <p:nvSpPr>
          <p:cNvPr id="22" name="bg object 22"/>
          <p:cNvSpPr/>
          <p:nvPr/>
        </p:nvSpPr>
        <p:spPr>
          <a:xfrm>
            <a:off x="17297222" y="0"/>
            <a:ext cx="991235" cy="1841500"/>
          </a:xfrm>
          <a:custGeom>
            <a:avLst/>
            <a:gdLst/>
            <a:ahLst/>
            <a:cxnLst/>
            <a:rect l="l" t="t" r="r" b="b"/>
            <a:pathLst>
              <a:path w="991234" h="1841500">
                <a:moveTo>
                  <a:pt x="990800" y="1841026"/>
                </a:moveTo>
                <a:lnTo>
                  <a:pt x="0" y="1841026"/>
                </a:lnTo>
                <a:lnTo>
                  <a:pt x="0" y="0"/>
                </a:lnTo>
              </a:path>
            </a:pathLst>
          </a:custGeom>
          <a:ln w="38157">
            <a:solidFill>
              <a:srgbClr val="959595"/>
            </a:solidFill>
          </a:ln>
        </p:spPr>
        <p:txBody>
          <a:bodyPr wrap="square" lIns="0" tIns="0" rIns="0" bIns="0" rtlCol="0"/>
          <a:lstStyle/>
          <a:p>
            <a:endParaRPr/>
          </a:p>
        </p:txBody>
      </p:sp>
      <p:sp>
        <p:nvSpPr>
          <p:cNvPr id="23" name="bg object 23"/>
          <p:cNvSpPr/>
          <p:nvPr/>
        </p:nvSpPr>
        <p:spPr>
          <a:xfrm>
            <a:off x="17601057" y="2326970"/>
            <a:ext cx="440690" cy="440690"/>
          </a:xfrm>
          <a:custGeom>
            <a:avLst/>
            <a:gdLst/>
            <a:ahLst/>
            <a:cxnLst/>
            <a:rect l="l" t="t" r="r" b="b"/>
            <a:pathLst>
              <a:path w="440690" h="440689">
                <a:moveTo>
                  <a:pt x="231902" y="0"/>
                </a:moveTo>
                <a:lnTo>
                  <a:pt x="208788" y="0"/>
                </a:lnTo>
                <a:lnTo>
                  <a:pt x="185801" y="2870"/>
                </a:lnTo>
                <a:lnTo>
                  <a:pt x="141097" y="14389"/>
                </a:lnTo>
                <a:lnTo>
                  <a:pt x="110236" y="29514"/>
                </a:lnTo>
                <a:lnTo>
                  <a:pt x="100076" y="35267"/>
                </a:lnTo>
                <a:lnTo>
                  <a:pt x="64770" y="64795"/>
                </a:lnTo>
                <a:lnTo>
                  <a:pt x="35306" y="100076"/>
                </a:lnTo>
                <a:lnTo>
                  <a:pt x="29591" y="110147"/>
                </a:lnTo>
                <a:lnTo>
                  <a:pt x="23749" y="120230"/>
                </a:lnTo>
                <a:lnTo>
                  <a:pt x="7239" y="163423"/>
                </a:lnTo>
                <a:lnTo>
                  <a:pt x="1524" y="197269"/>
                </a:lnTo>
                <a:lnTo>
                  <a:pt x="0" y="208788"/>
                </a:lnTo>
                <a:lnTo>
                  <a:pt x="0" y="220306"/>
                </a:lnTo>
                <a:lnTo>
                  <a:pt x="0" y="231825"/>
                </a:lnTo>
                <a:lnTo>
                  <a:pt x="1524" y="243344"/>
                </a:lnTo>
                <a:lnTo>
                  <a:pt x="10795" y="287985"/>
                </a:lnTo>
                <a:lnTo>
                  <a:pt x="29591" y="330466"/>
                </a:lnTo>
                <a:lnTo>
                  <a:pt x="56896" y="367182"/>
                </a:lnTo>
                <a:lnTo>
                  <a:pt x="82169" y="390944"/>
                </a:lnTo>
                <a:lnTo>
                  <a:pt x="90805" y="398145"/>
                </a:lnTo>
                <a:lnTo>
                  <a:pt x="131064" y="421182"/>
                </a:lnTo>
                <a:lnTo>
                  <a:pt x="175006" y="434860"/>
                </a:lnTo>
                <a:lnTo>
                  <a:pt x="185801" y="437019"/>
                </a:lnTo>
                <a:lnTo>
                  <a:pt x="208788" y="439902"/>
                </a:lnTo>
                <a:lnTo>
                  <a:pt x="220345" y="439902"/>
                </a:lnTo>
                <a:lnTo>
                  <a:pt x="220345" y="440626"/>
                </a:lnTo>
                <a:lnTo>
                  <a:pt x="231902" y="440626"/>
                </a:lnTo>
                <a:lnTo>
                  <a:pt x="243332" y="439178"/>
                </a:lnTo>
                <a:lnTo>
                  <a:pt x="254889" y="437743"/>
                </a:lnTo>
                <a:lnTo>
                  <a:pt x="309626" y="421182"/>
                </a:lnTo>
                <a:lnTo>
                  <a:pt x="349250" y="398145"/>
                </a:lnTo>
                <a:lnTo>
                  <a:pt x="383794" y="367182"/>
                </a:lnTo>
                <a:lnTo>
                  <a:pt x="390906" y="358546"/>
                </a:lnTo>
                <a:lnTo>
                  <a:pt x="398145" y="349910"/>
                </a:lnTo>
                <a:lnTo>
                  <a:pt x="421259" y="309587"/>
                </a:lnTo>
                <a:lnTo>
                  <a:pt x="434848" y="265671"/>
                </a:lnTo>
                <a:lnTo>
                  <a:pt x="437007" y="254863"/>
                </a:lnTo>
                <a:lnTo>
                  <a:pt x="438531" y="243344"/>
                </a:lnTo>
                <a:lnTo>
                  <a:pt x="439928" y="231825"/>
                </a:lnTo>
                <a:lnTo>
                  <a:pt x="439928" y="220306"/>
                </a:lnTo>
                <a:lnTo>
                  <a:pt x="440690" y="220306"/>
                </a:lnTo>
                <a:lnTo>
                  <a:pt x="440690" y="208788"/>
                </a:lnTo>
                <a:lnTo>
                  <a:pt x="439166" y="197269"/>
                </a:lnTo>
                <a:lnTo>
                  <a:pt x="437769" y="185750"/>
                </a:lnTo>
                <a:lnTo>
                  <a:pt x="426212" y="141109"/>
                </a:lnTo>
                <a:lnTo>
                  <a:pt x="411099" y="110147"/>
                </a:lnTo>
                <a:lnTo>
                  <a:pt x="405384" y="100076"/>
                </a:lnTo>
                <a:lnTo>
                  <a:pt x="398907" y="90716"/>
                </a:lnTo>
                <a:lnTo>
                  <a:pt x="391668" y="81343"/>
                </a:lnTo>
                <a:lnTo>
                  <a:pt x="383794" y="72707"/>
                </a:lnTo>
                <a:lnTo>
                  <a:pt x="375793" y="64795"/>
                </a:lnTo>
                <a:lnTo>
                  <a:pt x="367919" y="56870"/>
                </a:lnTo>
                <a:lnTo>
                  <a:pt x="359283" y="48958"/>
                </a:lnTo>
                <a:lnTo>
                  <a:pt x="349885" y="41757"/>
                </a:lnTo>
                <a:lnTo>
                  <a:pt x="340614" y="35267"/>
                </a:lnTo>
                <a:lnTo>
                  <a:pt x="330454" y="29514"/>
                </a:lnTo>
                <a:lnTo>
                  <a:pt x="320421" y="23749"/>
                </a:lnTo>
                <a:lnTo>
                  <a:pt x="277241" y="7188"/>
                </a:lnTo>
                <a:lnTo>
                  <a:pt x="254889" y="2870"/>
                </a:lnTo>
                <a:lnTo>
                  <a:pt x="231902" y="0"/>
                </a:lnTo>
                <a:close/>
              </a:path>
            </a:pathLst>
          </a:custGeom>
          <a:solidFill>
            <a:srgbClr val="959595"/>
          </a:solidFill>
        </p:spPr>
        <p:txBody>
          <a:bodyPr wrap="square" lIns="0" tIns="0" rIns="0" bIns="0" rtlCol="0"/>
          <a:lstStyle/>
          <a:p>
            <a:endParaRPr/>
          </a:p>
        </p:txBody>
      </p:sp>
      <p:sp>
        <p:nvSpPr>
          <p:cNvPr id="24" name="bg object 24"/>
          <p:cNvSpPr/>
          <p:nvPr/>
        </p:nvSpPr>
        <p:spPr>
          <a:xfrm>
            <a:off x="17601124" y="2327001"/>
            <a:ext cx="440690" cy="440690"/>
          </a:xfrm>
          <a:custGeom>
            <a:avLst/>
            <a:gdLst/>
            <a:ahLst/>
            <a:cxnLst/>
            <a:rect l="l" t="t" r="r" b="b"/>
            <a:pathLst>
              <a:path w="440690" h="440689">
                <a:moveTo>
                  <a:pt x="0" y="220311"/>
                </a:moveTo>
                <a:lnTo>
                  <a:pt x="0" y="208792"/>
                </a:lnTo>
                <a:lnTo>
                  <a:pt x="1396" y="197273"/>
                </a:lnTo>
                <a:lnTo>
                  <a:pt x="2793" y="185753"/>
                </a:lnTo>
                <a:lnTo>
                  <a:pt x="14350" y="141112"/>
                </a:lnTo>
                <a:lnTo>
                  <a:pt x="35305" y="100077"/>
                </a:lnTo>
                <a:lnTo>
                  <a:pt x="64768" y="64796"/>
                </a:lnTo>
                <a:lnTo>
                  <a:pt x="100073" y="35281"/>
                </a:lnTo>
                <a:lnTo>
                  <a:pt x="141093" y="14402"/>
                </a:lnTo>
                <a:lnTo>
                  <a:pt x="185669" y="2882"/>
                </a:lnTo>
                <a:lnTo>
                  <a:pt x="197226" y="1447"/>
                </a:lnTo>
                <a:lnTo>
                  <a:pt x="208782" y="0"/>
                </a:lnTo>
                <a:lnTo>
                  <a:pt x="220212" y="0"/>
                </a:lnTo>
                <a:lnTo>
                  <a:pt x="231769" y="0"/>
                </a:lnTo>
                <a:lnTo>
                  <a:pt x="243325" y="1447"/>
                </a:lnTo>
                <a:lnTo>
                  <a:pt x="288663" y="10807"/>
                </a:lnTo>
                <a:lnTo>
                  <a:pt x="330445" y="29515"/>
                </a:lnTo>
                <a:lnTo>
                  <a:pt x="367909" y="56884"/>
                </a:lnTo>
                <a:lnTo>
                  <a:pt x="398770" y="90717"/>
                </a:lnTo>
                <a:lnTo>
                  <a:pt x="421883" y="131041"/>
                </a:lnTo>
                <a:lnTo>
                  <a:pt x="435472" y="174234"/>
                </a:lnTo>
                <a:lnTo>
                  <a:pt x="440551" y="208792"/>
                </a:lnTo>
                <a:lnTo>
                  <a:pt x="440551" y="220311"/>
                </a:lnTo>
                <a:lnTo>
                  <a:pt x="439789" y="220311"/>
                </a:lnTo>
                <a:lnTo>
                  <a:pt x="439789" y="231830"/>
                </a:lnTo>
                <a:lnTo>
                  <a:pt x="438393" y="243362"/>
                </a:lnTo>
                <a:lnTo>
                  <a:pt x="436996" y="254881"/>
                </a:lnTo>
                <a:lnTo>
                  <a:pt x="434837" y="265676"/>
                </a:lnTo>
                <a:lnTo>
                  <a:pt x="432678" y="277195"/>
                </a:lnTo>
                <a:lnTo>
                  <a:pt x="428995" y="287990"/>
                </a:lnTo>
                <a:lnTo>
                  <a:pt x="425439" y="298786"/>
                </a:lnTo>
                <a:lnTo>
                  <a:pt x="421121" y="309594"/>
                </a:lnTo>
                <a:lnTo>
                  <a:pt x="398135" y="349917"/>
                </a:lnTo>
                <a:lnTo>
                  <a:pt x="390896" y="358553"/>
                </a:lnTo>
                <a:lnTo>
                  <a:pt x="383657" y="367189"/>
                </a:lnTo>
                <a:lnTo>
                  <a:pt x="349114" y="398140"/>
                </a:lnTo>
                <a:lnTo>
                  <a:pt x="339716" y="404630"/>
                </a:lnTo>
                <a:lnTo>
                  <a:pt x="330445" y="411107"/>
                </a:lnTo>
                <a:lnTo>
                  <a:pt x="287901" y="429827"/>
                </a:lnTo>
                <a:lnTo>
                  <a:pt x="243325" y="439187"/>
                </a:lnTo>
                <a:lnTo>
                  <a:pt x="231769" y="440622"/>
                </a:lnTo>
                <a:lnTo>
                  <a:pt x="220212" y="440622"/>
                </a:lnTo>
                <a:lnTo>
                  <a:pt x="220212" y="439911"/>
                </a:lnTo>
                <a:lnTo>
                  <a:pt x="208782" y="439911"/>
                </a:lnTo>
                <a:lnTo>
                  <a:pt x="197226" y="438463"/>
                </a:lnTo>
                <a:lnTo>
                  <a:pt x="185669" y="437028"/>
                </a:lnTo>
                <a:lnTo>
                  <a:pt x="174874" y="434869"/>
                </a:lnTo>
                <a:lnTo>
                  <a:pt x="163444" y="432710"/>
                </a:lnTo>
                <a:lnTo>
                  <a:pt x="152650" y="429103"/>
                </a:lnTo>
                <a:lnTo>
                  <a:pt x="141855" y="425509"/>
                </a:lnTo>
                <a:lnTo>
                  <a:pt x="100708" y="404630"/>
                </a:lnTo>
                <a:lnTo>
                  <a:pt x="64768" y="375825"/>
                </a:lnTo>
                <a:lnTo>
                  <a:pt x="35940" y="339833"/>
                </a:lnTo>
                <a:lnTo>
                  <a:pt x="15112" y="298786"/>
                </a:lnTo>
                <a:lnTo>
                  <a:pt x="10794" y="287990"/>
                </a:lnTo>
                <a:lnTo>
                  <a:pt x="1396" y="243362"/>
                </a:lnTo>
                <a:lnTo>
                  <a:pt x="0" y="231830"/>
                </a:lnTo>
                <a:lnTo>
                  <a:pt x="0" y="220311"/>
                </a:lnTo>
                <a:close/>
              </a:path>
            </a:pathLst>
          </a:custGeom>
          <a:ln w="18718">
            <a:solidFill>
              <a:srgbClr val="959595"/>
            </a:solidFill>
          </a:ln>
        </p:spPr>
        <p:txBody>
          <a:bodyPr wrap="square" lIns="0" tIns="0" rIns="0" bIns="0" rtlCol="0"/>
          <a:lstStyle/>
          <a:p>
            <a:endParaRPr/>
          </a:p>
        </p:txBody>
      </p:sp>
      <p:sp>
        <p:nvSpPr>
          <p:cNvPr id="25" name="bg object 25"/>
          <p:cNvSpPr/>
          <p:nvPr/>
        </p:nvSpPr>
        <p:spPr>
          <a:xfrm>
            <a:off x="14952217" y="8116558"/>
            <a:ext cx="3336290" cy="2171065"/>
          </a:xfrm>
          <a:custGeom>
            <a:avLst/>
            <a:gdLst/>
            <a:ahLst/>
            <a:cxnLst/>
            <a:rect l="l" t="t" r="r" b="b"/>
            <a:pathLst>
              <a:path w="3336290" h="2171065">
                <a:moveTo>
                  <a:pt x="1136903" y="1106587"/>
                </a:moveTo>
                <a:lnTo>
                  <a:pt x="553719" y="1106587"/>
                </a:lnTo>
                <a:lnTo>
                  <a:pt x="0" y="1660961"/>
                </a:lnTo>
                <a:lnTo>
                  <a:pt x="0" y="2170440"/>
                </a:lnTo>
                <a:lnTo>
                  <a:pt x="29590" y="2170440"/>
                </a:lnTo>
                <a:lnTo>
                  <a:pt x="29590" y="1689760"/>
                </a:lnTo>
                <a:lnTo>
                  <a:pt x="2245613" y="1689760"/>
                </a:lnTo>
                <a:lnTo>
                  <a:pt x="2274043" y="1660961"/>
                </a:lnTo>
                <a:lnTo>
                  <a:pt x="42544" y="1660961"/>
                </a:lnTo>
                <a:lnTo>
                  <a:pt x="553719" y="1148349"/>
                </a:lnTo>
                <a:lnTo>
                  <a:pt x="583945" y="1148349"/>
                </a:lnTo>
                <a:lnTo>
                  <a:pt x="583945" y="1136829"/>
                </a:lnTo>
                <a:lnTo>
                  <a:pt x="1136903" y="1136829"/>
                </a:lnTo>
                <a:lnTo>
                  <a:pt x="1136903" y="1106587"/>
                </a:lnTo>
                <a:close/>
              </a:path>
              <a:path w="3336290" h="2171065">
                <a:moveTo>
                  <a:pt x="583945" y="1689760"/>
                </a:moveTo>
                <a:lnTo>
                  <a:pt x="553719" y="1689760"/>
                </a:lnTo>
                <a:lnTo>
                  <a:pt x="553719" y="2170440"/>
                </a:lnTo>
                <a:lnTo>
                  <a:pt x="583945" y="2170440"/>
                </a:lnTo>
                <a:lnTo>
                  <a:pt x="583945" y="1689760"/>
                </a:lnTo>
                <a:close/>
              </a:path>
              <a:path w="3336290" h="2171065">
                <a:moveTo>
                  <a:pt x="1136903" y="1689760"/>
                </a:moveTo>
                <a:lnTo>
                  <a:pt x="1106677" y="1689760"/>
                </a:lnTo>
                <a:lnTo>
                  <a:pt x="1106677" y="2170440"/>
                </a:lnTo>
                <a:lnTo>
                  <a:pt x="1136903" y="2170440"/>
                </a:lnTo>
                <a:lnTo>
                  <a:pt x="1136903" y="1689760"/>
                </a:lnTo>
                <a:close/>
              </a:path>
              <a:path w="3336290" h="2171065">
                <a:moveTo>
                  <a:pt x="1691258" y="1689760"/>
                </a:moveTo>
                <a:lnTo>
                  <a:pt x="1661032" y="1689760"/>
                </a:lnTo>
                <a:lnTo>
                  <a:pt x="1661032" y="2170440"/>
                </a:lnTo>
                <a:lnTo>
                  <a:pt x="1691258" y="2170440"/>
                </a:lnTo>
                <a:lnTo>
                  <a:pt x="1691258" y="1689760"/>
                </a:lnTo>
                <a:close/>
              </a:path>
              <a:path w="3336290" h="2171065">
                <a:moveTo>
                  <a:pt x="583945" y="1148349"/>
                </a:moveTo>
                <a:lnTo>
                  <a:pt x="553719" y="1148349"/>
                </a:lnTo>
                <a:lnTo>
                  <a:pt x="553719" y="1660961"/>
                </a:lnTo>
                <a:lnTo>
                  <a:pt x="583945" y="1660961"/>
                </a:lnTo>
                <a:lnTo>
                  <a:pt x="583945" y="1148349"/>
                </a:lnTo>
                <a:close/>
              </a:path>
              <a:path w="3336290" h="2171065">
                <a:moveTo>
                  <a:pt x="1136903" y="1136829"/>
                </a:moveTo>
                <a:lnTo>
                  <a:pt x="1106677" y="1136829"/>
                </a:lnTo>
                <a:lnTo>
                  <a:pt x="1106677" y="1660961"/>
                </a:lnTo>
                <a:lnTo>
                  <a:pt x="1136903" y="1660961"/>
                </a:lnTo>
                <a:lnTo>
                  <a:pt x="1136903" y="1136829"/>
                </a:lnTo>
                <a:close/>
              </a:path>
              <a:path w="3336290" h="2171065">
                <a:moveTo>
                  <a:pt x="2797174" y="582460"/>
                </a:moveTo>
                <a:lnTo>
                  <a:pt x="2768345" y="582460"/>
                </a:lnTo>
                <a:lnTo>
                  <a:pt x="2768345" y="1106587"/>
                </a:lnTo>
                <a:lnTo>
                  <a:pt x="1661032" y="1106587"/>
                </a:lnTo>
                <a:lnTo>
                  <a:pt x="1661032" y="1660961"/>
                </a:lnTo>
                <a:lnTo>
                  <a:pt x="1691258" y="1660961"/>
                </a:lnTo>
                <a:lnTo>
                  <a:pt x="1691258" y="1136829"/>
                </a:lnTo>
                <a:lnTo>
                  <a:pt x="2797174" y="1136829"/>
                </a:lnTo>
                <a:lnTo>
                  <a:pt x="2797174" y="1131069"/>
                </a:lnTo>
                <a:lnTo>
                  <a:pt x="2840021" y="1087869"/>
                </a:lnTo>
                <a:lnTo>
                  <a:pt x="2797174" y="1087869"/>
                </a:lnTo>
                <a:lnTo>
                  <a:pt x="2797174" y="582460"/>
                </a:lnTo>
                <a:close/>
              </a:path>
              <a:path w="3336290" h="2171065">
                <a:moveTo>
                  <a:pt x="2245613" y="1136829"/>
                </a:moveTo>
                <a:lnTo>
                  <a:pt x="2215387" y="1136829"/>
                </a:lnTo>
                <a:lnTo>
                  <a:pt x="2215387" y="1660961"/>
                </a:lnTo>
                <a:lnTo>
                  <a:pt x="2274043" y="1660961"/>
                </a:lnTo>
                <a:lnTo>
                  <a:pt x="2288259" y="1646561"/>
                </a:lnTo>
                <a:lnTo>
                  <a:pt x="2245613" y="1646561"/>
                </a:lnTo>
                <a:lnTo>
                  <a:pt x="2245613" y="1136829"/>
                </a:lnTo>
                <a:close/>
              </a:path>
              <a:path w="3336290" h="2171065">
                <a:moveTo>
                  <a:pt x="2791459" y="1136829"/>
                </a:moveTo>
                <a:lnTo>
                  <a:pt x="2749676" y="1136829"/>
                </a:lnTo>
                <a:lnTo>
                  <a:pt x="2245613" y="1646561"/>
                </a:lnTo>
                <a:lnTo>
                  <a:pt x="2288259" y="1646561"/>
                </a:lnTo>
                <a:lnTo>
                  <a:pt x="2791459" y="1136829"/>
                </a:lnTo>
                <a:close/>
              </a:path>
              <a:path w="3336290" h="2171065">
                <a:moveTo>
                  <a:pt x="3335756" y="602614"/>
                </a:moveTo>
                <a:lnTo>
                  <a:pt x="3321303" y="602614"/>
                </a:lnTo>
                <a:lnTo>
                  <a:pt x="3321303" y="1136829"/>
                </a:lnTo>
                <a:lnTo>
                  <a:pt x="3335756" y="1136829"/>
                </a:lnTo>
                <a:lnTo>
                  <a:pt x="3335756" y="602614"/>
                </a:lnTo>
                <a:close/>
              </a:path>
              <a:path w="3336290" h="2171065">
                <a:moveTo>
                  <a:pt x="3335756" y="29527"/>
                </a:moveTo>
                <a:lnTo>
                  <a:pt x="3321303" y="29527"/>
                </a:lnTo>
                <a:lnTo>
                  <a:pt x="3321303" y="552221"/>
                </a:lnTo>
                <a:lnTo>
                  <a:pt x="2215387" y="552221"/>
                </a:lnTo>
                <a:lnTo>
                  <a:pt x="2215387" y="1106587"/>
                </a:lnTo>
                <a:lnTo>
                  <a:pt x="2245613" y="1106587"/>
                </a:lnTo>
                <a:lnTo>
                  <a:pt x="2245613" y="582460"/>
                </a:lnTo>
                <a:lnTo>
                  <a:pt x="3335756" y="582460"/>
                </a:lnTo>
                <a:lnTo>
                  <a:pt x="3335756" y="29527"/>
                </a:lnTo>
                <a:close/>
              </a:path>
              <a:path w="3336290" h="2171065">
                <a:moveTo>
                  <a:pt x="3335756" y="582460"/>
                </a:moveTo>
                <a:lnTo>
                  <a:pt x="3298316" y="582460"/>
                </a:lnTo>
                <a:lnTo>
                  <a:pt x="2797174" y="1087869"/>
                </a:lnTo>
                <a:lnTo>
                  <a:pt x="2840021" y="1087869"/>
                </a:lnTo>
                <a:lnTo>
                  <a:pt x="3321303" y="602614"/>
                </a:lnTo>
                <a:lnTo>
                  <a:pt x="3335756" y="602614"/>
                </a:lnTo>
                <a:lnTo>
                  <a:pt x="3335756" y="582460"/>
                </a:lnTo>
                <a:close/>
              </a:path>
              <a:path w="3336290" h="2171065">
                <a:moveTo>
                  <a:pt x="3335756" y="0"/>
                </a:moveTo>
                <a:lnTo>
                  <a:pt x="2768345" y="0"/>
                </a:lnTo>
                <a:lnTo>
                  <a:pt x="2768345" y="552221"/>
                </a:lnTo>
                <a:lnTo>
                  <a:pt x="2797174" y="552221"/>
                </a:lnTo>
                <a:lnTo>
                  <a:pt x="2797174" y="29527"/>
                </a:lnTo>
                <a:lnTo>
                  <a:pt x="3335756" y="29527"/>
                </a:lnTo>
                <a:lnTo>
                  <a:pt x="3335756" y="0"/>
                </a:lnTo>
                <a:close/>
              </a:path>
            </a:pathLst>
          </a:custGeom>
          <a:solidFill>
            <a:srgbClr val="36D636"/>
          </a:solidFill>
        </p:spPr>
        <p:txBody>
          <a:bodyPr wrap="square" lIns="0" tIns="0" rIns="0" bIns="0" rtlCol="0"/>
          <a:lstStyle/>
          <a:p>
            <a:endParaRPr/>
          </a:p>
        </p:txBody>
      </p:sp>
      <p:sp>
        <p:nvSpPr>
          <p:cNvPr id="26" name="bg object 26"/>
          <p:cNvSpPr/>
          <p:nvPr/>
        </p:nvSpPr>
        <p:spPr>
          <a:xfrm>
            <a:off x="15656433" y="9899192"/>
            <a:ext cx="304165" cy="304165"/>
          </a:xfrm>
          <a:custGeom>
            <a:avLst/>
            <a:gdLst/>
            <a:ahLst/>
            <a:cxnLst/>
            <a:rect l="l" t="t" r="r" b="b"/>
            <a:pathLst>
              <a:path w="304165" h="304165">
                <a:moveTo>
                  <a:pt x="159766" y="0"/>
                </a:moveTo>
                <a:lnTo>
                  <a:pt x="144018" y="0"/>
                </a:lnTo>
                <a:lnTo>
                  <a:pt x="136017" y="718"/>
                </a:lnTo>
                <a:lnTo>
                  <a:pt x="97155" y="10081"/>
                </a:lnTo>
                <a:lnTo>
                  <a:pt x="62611" y="28798"/>
                </a:lnTo>
                <a:lnTo>
                  <a:pt x="33782" y="56158"/>
                </a:lnTo>
                <a:lnTo>
                  <a:pt x="12954" y="89996"/>
                </a:lnTo>
                <a:lnTo>
                  <a:pt x="2159" y="128155"/>
                </a:lnTo>
                <a:lnTo>
                  <a:pt x="635" y="136074"/>
                </a:lnTo>
                <a:lnTo>
                  <a:pt x="0" y="143996"/>
                </a:lnTo>
                <a:lnTo>
                  <a:pt x="0" y="151913"/>
                </a:lnTo>
                <a:lnTo>
                  <a:pt x="0" y="159832"/>
                </a:lnTo>
                <a:lnTo>
                  <a:pt x="635" y="167754"/>
                </a:lnTo>
                <a:lnTo>
                  <a:pt x="2159" y="175671"/>
                </a:lnTo>
                <a:lnTo>
                  <a:pt x="3556" y="183595"/>
                </a:lnTo>
                <a:lnTo>
                  <a:pt x="4953" y="190793"/>
                </a:lnTo>
                <a:lnTo>
                  <a:pt x="7874" y="198710"/>
                </a:lnTo>
                <a:lnTo>
                  <a:pt x="10033" y="205913"/>
                </a:lnTo>
                <a:lnTo>
                  <a:pt x="13589" y="213112"/>
                </a:lnTo>
                <a:lnTo>
                  <a:pt x="16510" y="220310"/>
                </a:lnTo>
                <a:lnTo>
                  <a:pt x="20828" y="227509"/>
                </a:lnTo>
                <a:lnTo>
                  <a:pt x="44577" y="259189"/>
                </a:lnTo>
                <a:lnTo>
                  <a:pt x="56896" y="269269"/>
                </a:lnTo>
                <a:lnTo>
                  <a:pt x="62611" y="274310"/>
                </a:lnTo>
                <a:lnTo>
                  <a:pt x="97917" y="293027"/>
                </a:lnTo>
                <a:lnTo>
                  <a:pt x="105029" y="295905"/>
                </a:lnTo>
                <a:lnTo>
                  <a:pt x="113030" y="298068"/>
                </a:lnTo>
                <a:lnTo>
                  <a:pt x="120142" y="299506"/>
                </a:lnTo>
                <a:lnTo>
                  <a:pt x="128143" y="300945"/>
                </a:lnTo>
                <a:lnTo>
                  <a:pt x="136017" y="302389"/>
                </a:lnTo>
                <a:lnTo>
                  <a:pt x="144018" y="303108"/>
                </a:lnTo>
                <a:lnTo>
                  <a:pt x="151892" y="303108"/>
                </a:lnTo>
                <a:lnTo>
                  <a:pt x="151892" y="303827"/>
                </a:lnTo>
                <a:lnTo>
                  <a:pt x="159766" y="303827"/>
                </a:lnTo>
                <a:lnTo>
                  <a:pt x="167767" y="303108"/>
                </a:lnTo>
                <a:lnTo>
                  <a:pt x="183515" y="300226"/>
                </a:lnTo>
                <a:lnTo>
                  <a:pt x="190754" y="298787"/>
                </a:lnTo>
                <a:lnTo>
                  <a:pt x="198628" y="295905"/>
                </a:lnTo>
                <a:lnTo>
                  <a:pt x="205867" y="293747"/>
                </a:lnTo>
                <a:lnTo>
                  <a:pt x="213106" y="290145"/>
                </a:lnTo>
                <a:lnTo>
                  <a:pt x="220218" y="287268"/>
                </a:lnTo>
                <a:lnTo>
                  <a:pt x="227457" y="282947"/>
                </a:lnTo>
                <a:lnTo>
                  <a:pt x="233934" y="279350"/>
                </a:lnTo>
                <a:lnTo>
                  <a:pt x="241173" y="274310"/>
                </a:lnTo>
                <a:lnTo>
                  <a:pt x="246888" y="269989"/>
                </a:lnTo>
                <a:lnTo>
                  <a:pt x="253365" y="264229"/>
                </a:lnTo>
                <a:lnTo>
                  <a:pt x="259207" y="259189"/>
                </a:lnTo>
                <a:lnTo>
                  <a:pt x="264160" y="253429"/>
                </a:lnTo>
                <a:lnTo>
                  <a:pt x="269240" y="246950"/>
                </a:lnTo>
                <a:lnTo>
                  <a:pt x="274320" y="241190"/>
                </a:lnTo>
                <a:lnTo>
                  <a:pt x="292989" y="205913"/>
                </a:lnTo>
                <a:lnTo>
                  <a:pt x="295910" y="198710"/>
                </a:lnTo>
                <a:lnTo>
                  <a:pt x="298069" y="190793"/>
                </a:lnTo>
                <a:lnTo>
                  <a:pt x="299466" y="183595"/>
                </a:lnTo>
                <a:lnTo>
                  <a:pt x="300863" y="175671"/>
                </a:lnTo>
                <a:lnTo>
                  <a:pt x="302387" y="167754"/>
                </a:lnTo>
                <a:lnTo>
                  <a:pt x="303022" y="159832"/>
                </a:lnTo>
                <a:lnTo>
                  <a:pt x="303022" y="151913"/>
                </a:lnTo>
                <a:lnTo>
                  <a:pt x="303784" y="151913"/>
                </a:lnTo>
                <a:lnTo>
                  <a:pt x="303784" y="143996"/>
                </a:lnTo>
                <a:lnTo>
                  <a:pt x="303022" y="136074"/>
                </a:lnTo>
                <a:lnTo>
                  <a:pt x="293751" y="97194"/>
                </a:lnTo>
                <a:lnTo>
                  <a:pt x="274955" y="62636"/>
                </a:lnTo>
                <a:lnTo>
                  <a:pt x="247650" y="33839"/>
                </a:lnTo>
                <a:lnTo>
                  <a:pt x="213741" y="12962"/>
                </a:lnTo>
                <a:lnTo>
                  <a:pt x="183515" y="3601"/>
                </a:lnTo>
                <a:lnTo>
                  <a:pt x="167767" y="718"/>
                </a:lnTo>
                <a:lnTo>
                  <a:pt x="159766" y="0"/>
                </a:lnTo>
                <a:close/>
              </a:path>
            </a:pathLst>
          </a:custGeom>
          <a:solidFill>
            <a:srgbClr val="959595"/>
          </a:solidFill>
        </p:spPr>
        <p:txBody>
          <a:bodyPr wrap="square" lIns="0" tIns="0" rIns="0" bIns="0" rtlCol="0"/>
          <a:lstStyle/>
          <a:p>
            <a:endParaRPr/>
          </a:p>
        </p:txBody>
      </p:sp>
      <p:sp>
        <p:nvSpPr>
          <p:cNvPr id="27" name="bg object 27"/>
          <p:cNvSpPr/>
          <p:nvPr/>
        </p:nvSpPr>
        <p:spPr>
          <a:xfrm>
            <a:off x="15656492" y="9899192"/>
            <a:ext cx="304165" cy="304165"/>
          </a:xfrm>
          <a:custGeom>
            <a:avLst/>
            <a:gdLst/>
            <a:ahLst/>
            <a:cxnLst/>
            <a:rect l="l" t="t" r="r" b="b"/>
            <a:pathLst>
              <a:path w="304165" h="304165">
                <a:moveTo>
                  <a:pt x="0" y="151913"/>
                </a:moveTo>
                <a:lnTo>
                  <a:pt x="0" y="143996"/>
                </a:lnTo>
                <a:lnTo>
                  <a:pt x="635" y="136073"/>
                </a:lnTo>
                <a:lnTo>
                  <a:pt x="2159" y="128156"/>
                </a:lnTo>
                <a:lnTo>
                  <a:pt x="3556" y="120232"/>
                </a:lnTo>
                <a:lnTo>
                  <a:pt x="16510" y="82797"/>
                </a:lnTo>
                <a:lnTo>
                  <a:pt x="20066" y="75599"/>
                </a:lnTo>
                <a:lnTo>
                  <a:pt x="44577" y="44638"/>
                </a:lnTo>
                <a:lnTo>
                  <a:pt x="76328" y="20160"/>
                </a:lnTo>
                <a:lnTo>
                  <a:pt x="112270" y="5040"/>
                </a:lnTo>
                <a:lnTo>
                  <a:pt x="128145" y="2162"/>
                </a:lnTo>
                <a:lnTo>
                  <a:pt x="136019" y="718"/>
                </a:lnTo>
                <a:lnTo>
                  <a:pt x="143893" y="0"/>
                </a:lnTo>
                <a:lnTo>
                  <a:pt x="151895" y="0"/>
                </a:lnTo>
                <a:lnTo>
                  <a:pt x="159769" y="0"/>
                </a:lnTo>
                <a:lnTo>
                  <a:pt x="167770" y="718"/>
                </a:lnTo>
                <a:lnTo>
                  <a:pt x="175644" y="2162"/>
                </a:lnTo>
                <a:lnTo>
                  <a:pt x="183518" y="3601"/>
                </a:lnTo>
                <a:lnTo>
                  <a:pt x="220984" y="16559"/>
                </a:lnTo>
                <a:lnTo>
                  <a:pt x="234700" y="24482"/>
                </a:lnTo>
                <a:lnTo>
                  <a:pt x="241177" y="28798"/>
                </a:lnTo>
                <a:lnTo>
                  <a:pt x="270007" y="56157"/>
                </a:lnTo>
                <a:lnTo>
                  <a:pt x="290835" y="89995"/>
                </a:lnTo>
                <a:lnTo>
                  <a:pt x="301631" y="128156"/>
                </a:lnTo>
                <a:lnTo>
                  <a:pt x="303028" y="136073"/>
                </a:lnTo>
                <a:lnTo>
                  <a:pt x="303790" y="143996"/>
                </a:lnTo>
                <a:lnTo>
                  <a:pt x="303790" y="151913"/>
                </a:lnTo>
                <a:lnTo>
                  <a:pt x="303028" y="151913"/>
                </a:lnTo>
                <a:lnTo>
                  <a:pt x="303028" y="159831"/>
                </a:lnTo>
                <a:lnTo>
                  <a:pt x="302393" y="167753"/>
                </a:lnTo>
                <a:lnTo>
                  <a:pt x="300869" y="175671"/>
                </a:lnTo>
                <a:lnTo>
                  <a:pt x="299471" y="183594"/>
                </a:lnTo>
                <a:lnTo>
                  <a:pt x="298074" y="190792"/>
                </a:lnTo>
                <a:lnTo>
                  <a:pt x="295915" y="198709"/>
                </a:lnTo>
                <a:lnTo>
                  <a:pt x="292994" y="205913"/>
                </a:lnTo>
                <a:lnTo>
                  <a:pt x="290073" y="213831"/>
                </a:lnTo>
                <a:lnTo>
                  <a:pt x="269245" y="246949"/>
                </a:lnTo>
                <a:lnTo>
                  <a:pt x="264165" y="253429"/>
                </a:lnTo>
                <a:lnTo>
                  <a:pt x="259212" y="259188"/>
                </a:lnTo>
                <a:lnTo>
                  <a:pt x="253370" y="264229"/>
                </a:lnTo>
                <a:lnTo>
                  <a:pt x="246892" y="269988"/>
                </a:lnTo>
                <a:lnTo>
                  <a:pt x="241177" y="274309"/>
                </a:lnTo>
                <a:lnTo>
                  <a:pt x="233938" y="279350"/>
                </a:lnTo>
                <a:lnTo>
                  <a:pt x="227461" y="282946"/>
                </a:lnTo>
                <a:lnTo>
                  <a:pt x="220222" y="287267"/>
                </a:lnTo>
                <a:lnTo>
                  <a:pt x="213110" y="290145"/>
                </a:lnTo>
                <a:lnTo>
                  <a:pt x="205871" y="293746"/>
                </a:lnTo>
                <a:lnTo>
                  <a:pt x="198631" y="295904"/>
                </a:lnTo>
                <a:lnTo>
                  <a:pt x="190757" y="298787"/>
                </a:lnTo>
                <a:lnTo>
                  <a:pt x="183518" y="300225"/>
                </a:lnTo>
                <a:lnTo>
                  <a:pt x="175644" y="301664"/>
                </a:lnTo>
                <a:lnTo>
                  <a:pt x="167770" y="303108"/>
                </a:lnTo>
                <a:lnTo>
                  <a:pt x="159769" y="303827"/>
                </a:lnTo>
                <a:lnTo>
                  <a:pt x="151895" y="303827"/>
                </a:lnTo>
                <a:lnTo>
                  <a:pt x="151895" y="303108"/>
                </a:lnTo>
                <a:lnTo>
                  <a:pt x="143893" y="303108"/>
                </a:lnTo>
                <a:lnTo>
                  <a:pt x="136019" y="302388"/>
                </a:lnTo>
                <a:lnTo>
                  <a:pt x="128145" y="300945"/>
                </a:lnTo>
                <a:lnTo>
                  <a:pt x="120144" y="299506"/>
                </a:lnTo>
                <a:lnTo>
                  <a:pt x="113032" y="298067"/>
                </a:lnTo>
                <a:lnTo>
                  <a:pt x="105031" y="295904"/>
                </a:lnTo>
                <a:lnTo>
                  <a:pt x="97918" y="293027"/>
                </a:lnTo>
                <a:lnTo>
                  <a:pt x="89917" y="290145"/>
                </a:lnTo>
                <a:lnTo>
                  <a:pt x="56770" y="269269"/>
                </a:lnTo>
                <a:lnTo>
                  <a:pt x="50293" y="264229"/>
                </a:lnTo>
                <a:lnTo>
                  <a:pt x="24384" y="233992"/>
                </a:lnTo>
                <a:lnTo>
                  <a:pt x="20828" y="227507"/>
                </a:lnTo>
                <a:lnTo>
                  <a:pt x="16510" y="220309"/>
                </a:lnTo>
                <a:lnTo>
                  <a:pt x="13589" y="213111"/>
                </a:lnTo>
                <a:lnTo>
                  <a:pt x="10033" y="205913"/>
                </a:lnTo>
                <a:lnTo>
                  <a:pt x="7874" y="198709"/>
                </a:lnTo>
                <a:lnTo>
                  <a:pt x="4953" y="190792"/>
                </a:lnTo>
                <a:lnTo>
                  <a:pt x="3556" y="183594"/>
                </a:lnTo>
                <a:lnTo>
                  <a:pt x="2159" y="175671"/>
                </a:lnTo>
                <a:lnTo>
                  <a:pt x="635" y="167753"/>
                </a:lnTo>
                <a:lnTo>
                  <a:pt x="0" y="159831"/>
                </a:lnTo>
                <a:lnTo>
                  <a:pt x="0" y="151913"/>
                </a:lnTo>
                <a:close/>
              </a:path>
            </a:pathLst>
          </a:custGeom>
          <a:ln w="18719">
            <a:solidFill>
              <a:srgbClr val="959595"/>
            </a:solidFill>
          </a:ln>
        </p:spPr>
        <p:txBody>
          <a:bodyPr wrap="square" lIns="0" tIns="0" rIns="0" bIns="0" rtlCol="0"/>
          <a:lstStyle/>
          <a:p>
            <a:endParaRPr/>
          </a:p>
        </p:txBody>
      </p:sp>
      <p:sp>
        <p:nvSpPr>
          <p:cNvPr id="28" name="bg object 28"/>
          <p:cNvSpPr/>
          <p:nvPr/>
        </p:nvSpPr>
        <p:spPr>
          <a:xfrm>
            <a:off x="0" y="9769798"/>
            <a:ext cx="576580" cy="517525"/>
          </a:xfrm>
          <a:custGeom>
            <a:avLst/>
            <a:gdLst/>
            <a:ahLst/>
            <a:cxnLst/>
            <a:rect l="l" t="t" r="r" b="b"/>
            <a:pathLst>
              <a:path w="576580" h="517525">
                <a:moveTo>
                  <a:pt x="0" y="0"/>
                </a:moveTo>
                <a:lnTo>
                  <a:pt x="0" y="517199"/>
                </a:lnTo>
                <a:lnTo>
                  <a:pt x="576456" y="517199"/>
                </a:lnTo>
                <a:lnTo>
                  <a:pt x="567352" y="463557"/>
                </a:lnTo>
                <a:lnTo>
                  <a:pt x="551512" y="404517"/>
                </a:lnTo>
                <a:lnTo>
                  <a:pt x="529912" y="346920"/>
                </a:lnTo>
                <a:lnTo>
                  <a:pt x="501834" y="292921"/>
                </a:lnTo>
                <a:lnTo>
                  <a:pt x="468713" y="241078"/>
                </a:lnTo>
                <a:lnTo>
                  <a:pt x="429835" y="193557"/>
                </a:lnTo>
                <a:lnTo>
                  <a:pt x="386636" y="150358"/>
                </a:lnTo>
                <a:lnTo>
                  <a:pt x="339115" y="111480"/>
                </a:lnTo>
                <a:lnTo>
                  <a:pt x="287997" y="78359"/>
                </a:lnTo>
                <a:lnTo>
                  <a:pt x="233278" y="50281"/>
                </a:lnTo>
                <a:lnTo>
                  <a:pt x="175676" y="28681"/>
                </a:lnTo>
                <a:lnTo>
                  <a:pt x="116636" y="12841"/>
                </a:lnTo>
                <a:lnTo>
                  <a:pt x="56157" y="2760"/>
                </a:lnTo>
                <a:lnTo>
                  <a:pt x="0" y="0"/>
                </a:lnTo>
                <a:close/>
              </a:path>
            </a:pathLst>
          </a:custGeom>
          <a:solidFill>
            <a:srgbClr val="959595"/>
          </a:solidFill>
        </p:spPr>
        <p:txBody>
          <a:bodyPr wrap="square" lIns="0" tIns="0" rIns="0" bIns="0" rtlCol="0"/>
          <a:lstStyle/>
          <a:p>
            <a:endParaRPr/>
          </a:p>
        </p:txBody>
      </p:sp>
      <p:sp>
        <p:nvSpPr>
          <p:cNvPr id="29" name="bg object 29"/>
          <p:cNvSpPr/>
          <p:nvPr/>
        </p:nvSpPr>
        <p:spPr>
          <a:xfrm>
            <a:off x="0" y="9769798"/>
            <a:ext cx="576580" cy="517525"/>
          </a:xfrm>
          <a:custGeom>
            <a:avLst/>
            <a:gdLst/>
            <a:ahLst/>
            <a:cxnLst/>
            <a:rect l="l" t="t" r="r" b="b"/>
            <a:pathLst>
              <a:path w="576580" h="517525">
                <a:moveTo>
                  <a:pt x="0" y="0"/>
                </a:moveTo>
                <a:lnTo>
                  <a:pt x="56157" y="2760"/>
                </a:lnTo>
                <a:lnTo>
                  <a:pt x="116636" y="12841"/>
                </a:lnTo>
                <a:lnTo>
                  <a:pt x="175676" y="28681"/>
                </a:lnTo>
                <a:lnTo>
                  <a:pt x="233278" y="50281"/>
                </a:lnTo>
                <a:lnTo>
                  <a:pt x="287997" y="78359"/>
                </a:lnTo>
                <a:lnTo>
                  <a:pt x="339115" y="111480"/>
                </a:lnTo>
                <a:lnTo>
                  <a:pt x="386636" y="150358"/>
                </a:lnTo>
                <a:lnTo>
                  <a:pt x="429835" y="193557"/>
                </a:lnTo>
                <a:lnTo>
                  <a:pt x="468713" y="241078"/>
                </a:lnTo>
                <a:lnTo>
                  <a:pt x="501834" y="292921"/>
                </a:lnTo>
                <a:lnTo>
                  <a:pt x="529912" y="346920"/>
                </a:lnTo>
                <a:lnTo>
                  <a:pt x="551512" y="404517"/>
                </a:lnTo>
                <a:lnTo>
                  <a:pt x="567352" y="463557"/>
                </a:lnTo>
                <a:lnTo>
                  <a:pt x="573112" y="493799"/>
                </a:lnTo>
                <a:lnTo>
                  <a:pt x="576456" y="517199"/>
                </a:lnTo>
              </a:path>
            </a:pathLst>
          </a:custGeom>
          <a:ln w="18719">
            <a:solidFill>
              <a:srgbClr val="959595"/>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75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3F3F3"/>
          </a:solidFill>
        </p:spPr>
        <p:txBody>
          <a:bodyPr wrap="square" lIns="0" tIns="0" rIns="0" bIns="0" rtlCol="0"/>
          <a:lstStyle/>
          <a:p>
            <a:endParaRPr/>
          </a:p>
        </p:txBody>
      </p:sp>
      <p:sp>
        <p:nvSpPr>
          <p:cNvPr id="2" name="Holder 2"/>
          <p:cNvSpPr>
            <a:spLocks noGrp="1"/>
          </p:cNvSpPr>
          <p:nvPr>
            <p:ph type="title"/>
          </p:nvPr>
        </p:nvSpPr>
        <p:spPr>
          <a:xfrm>
            <a:off x="1872614" y="1295831"/>
            <a:ext cx="14555470" cy="879475"/>
          </a:xfrm>
          <a:prstGeom prst="rect">
            <a:avLst/>
          </a:prstGeom>
        </p:spPr>
        <p:txBody>
          <a:bodyPr wrap="square" lIns="0" tIns="0" rIns="0" bIns="0">
            <a:spAutoFit/>
          </a:bodyPr>
          <a:lstStyle>
            <a:lvl1pPr>
              <a:defRPr sz="4750" b="1" i="0">
                <a:solidFill>
                  <a:schemeClr val="tx1"/>
                </a:solidFill>
                <a:latin typeface="Arial"/>
                <a:cs typeface="Arial"/>
              </a:defRPr>
            </a:lvl1pPr>
          </a:lstStyle>
          <a:p>
            <a:endParaRPr/>
          </a:p>
        </p:txBody>
      </p:sp>
      <p:sp>
        <p:nvSpPr>
          <p:cNvPr id="3" name="Holder 3"/>
          <p:cNvSpPr>
            <a:spLocks noGrp="1"/>
          </p:cNvSpPr>
          <p:nvPr>
            <p:ph type="body" idx="1"/>
          </p:nvPr>
        </p:nvSpPr>
        <p:spPr>
          <a:xfrm>
            <a:off x="915035" y="2368931"/>
            <a:ext cx="16470630" cy="679780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222238" y="9578721"/>
            <a:ext cx="5856224" cy="51498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5035" y="9578721"/>
            <a:ext cx="4209161" cy="51498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5/19/2024</a:t>
            </a:fld>
            <a:endParaRPr lang="en-US"/>
          </a:p>
        </p:txBody>
      </p:sp>
      <p:sp>
        <p:nvSpPr>
          <p:cNvPr id="6" name="Holder 6"/>
          <p:cNvSpPr>
            <a:spLocks noGrp="1"/>
          </p:cNvSpPr>
          <p:nvPr>
            <p:ph type="sldNum" sz="quarter" idx="7"/>
          </p:nvPr>
        </p:nvSpPr>
        <p:spPr>
          <a:xfrm>
            <a:off x="13176505" y="9578721"/>
            <a:ext cx="4209161" cy="51498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92350" y="1944975"/>
            <a:ext cx="17021175" cy="2747675"/>
          </a:xfrm>
          <a:prstGeom prst="rect">
            <a:avLst/>
          </a:prstGeom>
        </p:spPr>
        <p:txBody>
          <a:bodyPr vert="horz" wrap="square" lIns="0" tIns="36195" rIns="0" bIns="0" rtlCol="0">
            <a:spAutoFit/>
          </a:bodyPr>
          <a:lstStyle/>
          <a:p>
            <a:pPr marL="1786889" marR="5080" indent="-1774825">
              <a:lnSpc>
                <a:spcPts val="11330"/>
              </a:lnSpc>
              <a:spcBef>
                <a:spcPts val="285"/>
              </a:spcBef>
            </a:pPr>
            <a:r>
              <a:rPr lang="en-US" sz="9450" spc="-1000" dirty="0"/>
              <a:t>ATM  Simulator  System</a:t>
            </a:r>
            <a:br>
              <a:rPr lang="en-US" sz="9450" spc="-1000" dirty="0"/>
            </a:br>
            <a:r>
              <a:rPr lang="en-US" sz="6000" spc="-1000" dirty="0"/>
              <a:t>(</a:t>
            </a:r>
            <a:r>
              <a:rPr lang="en-US" sz="6000" spc="-300" dirty="0"/>
              <a:t>Overview  and  Design)</a:t>
            </a:r>
            <a:endParaRPr lang="en-US" sz="9450" spc="-300" dirty="0"/>
          </a:p>
        </p:txBody>
      </p:sp>
      <p:sp>
        <p:nvSpPr>
          <p:cNvPr id="4" name="TextBox 3">
            <a:extLst>
              <a:ext uri="{FF2B5EF4-FFF2-40B4-BE49-F238E27FC236}">
                <a16:creationId xmlns:a16="http://schemas.microsoft.com/office/drawing/2014/main" id="{A17C19F4-9963-9054-BE4D-12CA75E665C3}"/>
              </a:ext>
            </a:extLst>
          </p:cNvPr>
          <p:cNvSpPr txBox="1"/>
          <p:nvPr/>
        </p:nvSpPr>
        <p:spPr>
          <a:xfrm>
            <a:off x="10598150" y="5835650"/>
            <a:ext cx="6660169" cy="3416320"/>
          </a:xfrm>
          <a:prstGeom prst="rect">
            <a:avLst/>
          </a:prstGeom>
          <a:noFill/>
        </p:spPr>
        <p:txBody>
          <a:bodyPr wrap="square" rtlCol="0">
            <a:spAutoFit/>
          </a:bodyPr>
          <a:lstStyle/>
          <a:p>
            <a:r>
              <a:rPr lang="en-US" sz="3200" b="1" dirty="0">
                <a:latin typeface="Book Antiqua" panose="02040602050305030304" pitchFamily="18" charset="0"/>
              </a:rPr>
              <a:t>CSE-2112</a:t>
            </a:r>
          </a:p>
          <a:p>
            <a:r>
              <a:rPr lang="en-US" sz="3200" b="1" dirty="0">
                <a:latin typeface="Book Antiqua" panose="02040602050305030304" pitchFamily="18" charset="0"/>
              </a:rPr>
              <a:t>Group-20</a:t>
            </a:r>
          </a:p>
          <a:p>
            <a:r>
              <a:rPr lang="en-US" sz="3200" b="1" dirty="0">
                <a:latin typeface="Book Antiqua" panose="02040602050305030304" pitchFamily="18" charset="0"/>
              </a:rPr>
              <a:t>Members:</a:t>
            </a:r>
          </a:p>
          <a:p>
            <a:r>
              <a:rPr lang="en-US" sz="3200" b="1" dirty="0">
                <a:latin typeface="Book Antiqua" panose="02040602050305030304" pitchFamily="18" charset="0"/>
              </a:rPr>
              <a:t>Tawyabul Islam Tamim-(04)</a:t>
            </a:r>
          </a:p>
          <a:p>
            <a:r>
              <a:rPr lang="en-US" sz="3200" b="1" dirty="0">
                <a:latin typeface="Book Antiqua" panose="02040602050305030304" pitchFamily="18" charset="0"/>
              </a:rPr>
              <a:t>Ovijit Chandra Balo-(28)</a:t>
            </a:r>
          </a:p>
          <a:p>
            <a:r>
              <a:rPr lang="en-US" sz="3200" b="1" dirty="0">
                <a:latin typeface="Book Antiqua" panose="02040602050305030304" pitchFamily="18" charset="0"/>
              </a:rPr>
              <a:t>Abdullah Al Arman </a:t>
            </a:r>
            <a:r>
              <a:rPr lang="en-US" sz="3200" b="1" dirty="0" err="1">
                <a:latin typeface="Book Antiqua" panose="02040602050305030304" pitchFamily="18" charset="0"/>
              </a:rPr>
              <a:t>Emon</a:t>
            </a:r>
            <a:r>
              <a:rPr lang="en-US" sz="3200" b="1" dirty="0">
                <a:latin typeface="Book Antiqua" panose="02040602050305030304" pitchFamily="18" charset="0"/>
              </a:rPr>
              <a:t>-(50)</a:t>
            </a:r>
          </a:p>
          <a:p>
            <a:endParaRPr lang="en-US" sz="240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278143" y="-19079"/>
            <a:ext cx="1029335" cy="1879600"/>
            <a:chOff x="17278143" y="-19079"/>
            <a:chExt cx="1029335" cy="1879600"/>
          </a:xfrm>
        </p:grpSpPr>
        <p:sp>
          <p:nvSpPr>
            <p:cNvPr id="3" name="object 3"/>
            <p:cNvSpPr/>
            <p:nvPr/>
          </p:nvSpPr>
          <p:spPr>
            <a:xfrm>
              <a:off x="17322418" y="0"/>
              <a:ext cx="965835" cy="916305"/>
            </a:xfrm>
            <a:custGeom>
              <a:avLst/>
              <a:gdLst/>
              <a:ahLst/>
              <a:cxnLst/>
              <a:rect l="l" t="t" r="r" b="b"/>
              <a:pathLst>
                <a:path w="965834" h="916305">
                  <a:moveTo>
                    <a:pt x="506900" y="0"/>
                  </a:moveTo>
                  <a:lnTo>
                    <a:pt x="488345" y="0"/>
                  </a:lnTo>
                  <a:lnTo>
                    <a:pt x="487646" y="4151"/>
                  </a:lnTo>
                  <a:lnTo>
                    <a:pt x="475680" y="47486"/>
                  </a:lnTo>
                  <a:lnTo>
                    <a:pt x="459456" y="89850"/>
                  </a:lnTo>
                  <a:lnTo>
                    <a:pt x="439280" y="130944"/>
                  </a:lnTo>
                  <a:lnTo>
                    <a:pt x="415457" y="170467"/>
                  </a:lnTo>
                  <a:lnTo>
                    <a:pt x="388292" y="208123"/>
                  </a:lnTo>
                  <a:lnTo>
                    <a:pt x="358091" y="243610"/>
                  </a:lnTo>
                  <a:lnTo>
                    <a:pt x="325158" y="276632"/>
                  </a:lnTo>
                  <a:lnTo>
                    <a:pt x="289800" y="306888"/>
                  </a:lnTo>
                  <a:lnTo>
                    <a:pt x="252320" y="334079"/>
                  </a:lnTo>
                  <a:lnTo>
                    <a:pt x="213025" y="357908"/>
                  </a:lnTo>
                  <a:lnTo>
                    <a:pt x="172220" y="378075"/>
                  </a:lnTo>
                  <a:lnTo>
                    <a:pt x="130209" y="394280"/>
                  </a:lnTo>
                  <a:lnTo>
                    <a:pt x="87299" y="406225"/>
                  </a:lnTo>
                  <a:lnTo>
                    <a:pt x="43794" y="413612"/>
                  </a:lnTo>
                  <a:lnTo>
                    <a:pt x="0" y="416140"/>
                  </a:lnTo>
                  <a:lnTo>
                    <a:pt x="43794" y="418669"/>
                  </a:lnTo>
                  <a:lnTo>
                    <a:pt x="87299" y="426055"/>
                  </a:lnTo>
                  <a:lnTo>
                    <a:pt x="130209" y="437998"/>
                  </a:lnTo>
                  <a:lnTo>
                    <a:pt x="172220" y="454199"/>
                  </a:lnTo>
                  <a:lnTo>
                    <a:pt x="213025" y="474357"/>
                  </a:lnTo>
                  <a:lnTo>
                    <a:pt x="252320" y="498173"/>
                  </a:lnTo>
                  <a:lnTo>
                    <a:pt x="289800" y="525347"/>
                  </a:lnTo>
                  <a:lnTo>
                    <a:pt x="325158" y="555579"/>
                  </a:lnTo>
                  <a:lnTo>
                    <a:pt x="358091" y="588570"/>
                  </a:lnTo>
                  <a:lnTo>
                    <a:pt x="388292" y="624019"/>
                  </a:lnTo>
                  <a:lnTo>
                    <a:pt x="415457" y="661626"/>
                  </a:lnTo>
                  <a:lnTo>
                    <a:pt x="439280" y="701093"/>
                  </a:lnTo>
                  <a:lnTo>
                    <a:pt x="459456" y="742118"/>
                  </a:lnTo>
                  <a:lnTo>
                    <a:pt x="475680" y="784402"/>
                  </a:lnTo>
                  <a:lnTo>
                    <a:pt x="487646" y="827645"/>
                  </a:lnTo>
                  <a:lnTo>
                    <a:pt x="495050" y="871547"/>
                  </a:lnTo>
                  <a:lnTo>
                    <a:pt x="497585" y="915809"/>
                  </a:lnTo>
                  <a:lnTo>
                    <a:pt x="500142" y="871547"/>
                  </a:lnTo>
                  <a:lnTo>
                    <a:pt x="507604" y="827645"/>
                  </a:lnTo>
                  <a:lnTo>
                    <a:pt x="519662" y="784402"/>
                  </a:lnTo>
                  <a:lnTo>
                    <a:pt x="536008" y="742118"/>
                  </a:lnTo>
                  <a:lnTo>
                    <a:pt x="556331" y="701093"/>
                  </a:lnTo>
                  <a:lnTo>
                    <a:pt x="580323" y="661626"/>
                  </a:lnTo>
                  <a:lnTo>
                    <a:pt x="607673" y="624019"/>
                  </a:lnTo>
                  <a:lnTo>
                    <a:pt x="638073" y="588570"/>
                  </a:lnTo>
                  <a:lnTo>
                    <a:pt x="671212" y="555579"/>
                  </a:lnTo>
                  <a:lnTo>
                    <a:pt x="706783" y="525347"/>
                  </a:lnTo>
                  <a:lnTo>
                    <a:pt x="744474" y="498173"/>
                  </a:lnTo>
                  <a:lnTo>
                    <a:pt x="783977" y="474357"/>
                  </a:lnTo>
                  <a:lnTo>
                    <a:pt x="824982" y="454199"/>
                  </a:lnTo>
                  <a:lnTo>
                    <a:pt x="867181" y="437998"/>
                  </a:lnTo>
                  <a:lnTo>
                    <a:pt x="910262" y="426055"/>
                  </a:lnTo>
                  <a:lnTo>
                    <a:pt x="953918" y="418669"/>
                  </a:lnTo>
                  <a:lnTo>
                    <a:pt x="965602" y="417996"/>
                  </a:lnTo>
                  <a:lnTo>
                    <a:pt x="965602" y="414284"/>
                  </a:lnTo>
                  <a:lnTo>
                    <a:pt x="910262" y="406225"/>
                  </a:lnTo>
                  <a:lnTo>
                    <a:pt x="867181" y="394280"/>
                  </a:lnTo>
                  <a:lnTo>
                    <a:pt x="824982" y="378075"/>
                  </a:lnTo>
                  <a:lnTo>
                    <a:pt x="783977" y="357908"/>
                  </a:lnTo>
                  <a:lnTo>
                    <a:pt x="744474" y="334079"/>
                  </a:lnTo>
                  <a:lnTo>
                    <a:pt x="706783" y="306888"/>
                  </a:lnTo>
                  <a:lnTo>
                    <a:pt x="671212" y="276632"/>
                  </a:lnTo>
                  <a:lnTo>
                    <a:pt x="638073" y="243610"/>
                  </a:lnTo>
                  <a:lnTo>
                    <a:pt x="607673" y="208123"/>
                  </a:lnTo>
                  <a:lnTo>
                    <a:pt x="580323" y="170467"/>
                  </a:lnTo>
                  <a:lnTo>
                    <a:pt x="556331" y="130944"/>
                  </a:lnTo>
                  <a:lnTo>
                    <a:pt x="536008" y="89850"/>
                  </a:lnTo>
                  <a:lnTo>
                    <a:pt x="519662" y="47486"/>
                  </a:lnTo>
                  <a:lnTo>
                    <a:pt x="507604" y="4151"/>
                  </a:lnTo>
                  <a:lnTo>
                    <a:pt x="506900" y="0"/>
                  </a:lnTo>
                  <a:close/>
                </a:path>
              </a:pathLst>
            </a:custGeom>
            <a:solidFill>
              <a:srgbClr val="36D636"/>
            </a:solidFill>
          </p:spPr>
          <p:txBody>
            <a:bodyPr wrap="square" lIns="0" tIns="0" rIns="0" bIns="0" rtlCol="0"/>
            <a:lstStyle/>
            <a:p>
              <a:endParaRPr/>
            </a:p>
          </p:txBody>
        </p:sp>
        <p:sp>
          <p:nvSpPr>
            <p:cNvPr id="4" name="object 4"/>
            <p:cNvSpPr/>
            <p:nvPr/>
          </p:nvSpPr>
          <p:spPr>
            <a:xfrm>
              <a:off x="17322494" y="0"/>
              <a:ext cx="965835" cy="916305"/>
            </a:xfrm>
            <a:custGeom>
              <a:avLst/>
              <a:gdLst/>
              <a:ahLst/>
              <a:cxnLst/>
              <a:rect l="l" t="t" r="r" b="b"/>
              <a:pathLst>
                <a:path w="965834" h="916305">
                  <a:moveTo>
                    <a:pt x="497446" y="915851"/>
                  </a:moveTo>
                  <a:lnTo>
                    <a:pt x="494912" y="871590"/>
                  </a:lnTo>
                  <a:lnTo>
                    <a:pt x="487512" y="827688"/>
                  </a:lnTo>
                  <a:lnTo>
                    <a:pt x="475551" y="784446"/>
                  </a:lnTo>
                  <a:lnTo>
                    <a:pt x="459335" y="742162"/>
                  </a:lnTo>
                  <a:lnTo>
                    <a:pt x="439169" y="701138"/>
                  </a:lnTo>
                  <a:lnTo>
                    <a:pt x="415356" y="661672"/>
                  </a:lnTo>
                  <a:lnTo>
                    <a:pt x="388202" y="624065"/>
                  </a:lnTo>
                  <a:lnTo>
                    <a:pt x="358013" y="588616"/>
                  </a:lnTo>
                  <a:lnTo>
                    <a:pt x="325092" y="555625"/>
                  </a:lnTo>
                  <a:lnTo>
                    <a:pt x="289746" y="525393"/>
                  </a:lnTo>
                  <a:lnTo>
                    <a:pt x="252278" y="498218"/>
                  </a:lnTo>
                  <a:lnTo>
                    <a:pt x="212993" y="474402"/>
                  </a:lnTo>
                  <a:lnTo>
                    <a:pt x="172198" y="454243"/>
                  </a:lnTo>
                  <a:lnTo>
                    <a:pt x="130196" y="438042"/>
                  </a:lnTo>
                  <a:lnTo>
                    <a:pt x="87292" y="426099"/>
                  </a:lnTo>
                  <a:lnTo>
                    <a:pt x="43792" y="418713"/>
                  </a:lnTo>
                  <a:lnTo>
                    <a:pt x="0" y="416184"/>
                  </a:lnTo>
                  <a:lnTo>
                    <a:pt x="43792" y="413656"/>
                  </a:lnTo>
                  <a:lnTo>
                    <a:pt x="87292" y="406270"/>
                  </a:lnTo>
                  <a:lnTo>
                    <a:pt x="130196" y="394325"/>
                  </a:lnTo>
                  <a:lnTo>
                    <a:pt x="172198" y="378120"/>
                  </a:lnTo>
                  <a:lnTo>
                    <a:pt x="212993" y="357954"/>
                  </a:lnTo>
                  <a:lnTo>
                    <a:pt x="252278" y="334125"/>
                  </a:lnTo>
                  <a:lnTo>
                    <a:pt x="289746" y="306934"/>
                  </a:lnTo>
                  <a:lnTo>
                    <a:pt x="325092" y="276679"/>
                  </a:lnTo>
                  <a:lnTo>
                    <a:pt x="358013" y="243658"/>
                  </a:lnTo>
                  <a:lnTo>
                    <a:pt x="388202" y="208170"/>
                  </a:lnTo>
                  <a:lnTo>
                    <a:pt x="415356" y="170515"/>
                  </a:lnTo>
                  <a:lnTo>
                    <a:pt x="439169" y="130992"/>
                  </a:lnTo>
                  <a:lnTo>
                    <a:pt x="459335" y="89899"/>
                  </a:lnTo>
                  <a:lnTo>
                    <a:pt x="475551" y="47535"/>
                  </a:lnTo>
                  <a:lnTo>
                    <a:pt x="487512" y="4199"/>
                  </a:lnTo>
                  <a:lnTo>
                    <a:pt x="488218" y="0"/>
                  </a:lnTo>
                </a:path>
                <a:path w="965834" h="916305">
                  <a:moveTo>
                    <a:pt x="506756" y="0"/>
                  </a:moveTo>
                  <a:lnTo>
                    <a:pt x="519533" y="47535"/>
                  </a:lnTo>
                  <a:lnTo>
                    <a:pt x="535885" y="89899"/>
                  </a:lnTo>
                  <a:lnTo>
                    <a:pt x="556217" y="130992"/>
                  </a:lnTo>
                  <a:lnTo>
                    <a:pt x="580217" y="170515"/>
                  </a:lnTo>
                  <a:lnTo>
                    <a:pt x="607578" y="208170"/>
                  </a:lnTo>
                  <a:lnTo>
                    <a:pt x="637988" y="243658"/>
                  </a:lnTo>
                  <a:lnTo>
                    <a:pt x="671138" y="276679"/>
                  </a:lnTo>
                  <a:lnTo>
                    <a:pt x="706718" y="306934"/>
                  </a:lnTo>
                  <a:lnTo>
                    <a:pt x="744419" y="334125"/>
                  </a:lnTo>
                  <a:lnTo>
                    <a:pt x="783931" y="357954"/>
                  </a:lnTo>
                  <a:lnTo>
                    <a:pt x="824944" y="378120"/>
                  </a:lnTo>
                  <a:lnTo>
                    <a:pt x="867149" y="394325"/>
                  </a:lnTo>
                  <a:lnTo>
                    <a:pt x="910235" y="406270"/>
                  </a:lnTo>
                  <a:lnTo>
                    <a:pt x="953893" y="413656"/>
                  </a:lnTo>
                  <a:lnTo>
                    <a:pt x="965528" y="414326"/>
                  </a:lnTo>
                </a:path>
                <a:path w="965834" h="916305">
                  <a:moveTo>
                    <a:pt x="965528" y="418043"/>
                  </a:moveTo>
                  <a:lnTo>
                    <a:pt x="910235" y="426099"/>
                  </a:lnTo>
                  <a:lnTo>
                    <a:pt x="867149" y="438042"/>
                  </a:lnTo>
                  <a:lnTo>
                    <a:pt x="824944" y="454243"/>
                  </a:lnTo>
                  <a:lnTo>
                    <a:pt x="783931" y="474402"/>
                  </a:lnTo>
                  <a:lnTo>
                    <a:pt x="744419" y="498218"/>
                  </a:lnTo>
                  <a:lnTo>
                    <a:pt x="706718" y="525393"/>
                  </a:lnTo>
                  <a:lnTo>
                    <a:pt x="671138" y="555625"/>
                  </a:lnTo>
                  <a:lnTo>
                    <a:pt x="637988" y="588616"/>
                  </a:lnTo>
                  <a:lnTo>
                    <a:pt x="607578" y="624065"/>
                  </a:lnTo>
                  <a:lnTo>
                    <a:pt x="580217" y="661672"/>
                  </a:lnTo>
                  <a:lnTo>
                    <a:pt x="556217" y="701138"/>
                  </a:lnTo>
                  <a:lnTo>
                    <a:pt x="535885" y="742162"/>
                  </a:lnTo>
                  <a:lnTo>
                    <a:pt x="519533" y="784446"/>
                  </a:lnTo>
                  <a:lnTo>
                    <a:pt x="507469" y="827688"/>
                  </a:lnTo>
                  <a:lnTo>
                    <a:pt x="500003" y="871590"/>
                  </a:lnTo>
                  <a:lnTo>
                    <a:pt x="497446" y="915851"/>
                  </a:lnTo>
                </a:path>
              </a:pathLst>
            </a:custGeom>
            <a:ln w="18718">
              <a:solidFill>
                <a:srgbClr val="36D636"/>
              </a:solidFill>
            </a:ln>
          </p:spPr>
          <p:txBody>
            <a:bodyPr wrap="square" lIns="0" tIns="0" rIns="0" bIns="0" rtlCol="0"/>
            <a:lstStyle/>
            <a:p>
              <a:endParaRPr/>
            </a:p>
          </p:txBody>
        </p:sp>
        <p:sp>
          <p:nvSpPr>
            <p:cNvPr id="5" name="object 5"/>
            <p:cNvSpPr/>
            <p:nvPr/>
          </p:nvSpPr>
          <p:spPr>
            <a:xfrm>
              <a:off x="17322418" y="840931"/>
              <a:ext cx="965835" cy="1000125"/>
            </a:xfrm>
            <a:custGeom>
              <a:avLst/>
              <a:gdLst/>
              <a:ahLst/>
              <a:cxnLst/>
              <a:rect l="l" t="t" r="r" b="b"/>
              <a:pathLst>
                <a:path w="965834" h="1000125">
                  <a:moveTo>
                    <a:pt x="497585" y="0"/>
                  </a:moveTo>
                  <a:lnTo>
                    <a:pt x="495050" y="44382"/>
                  </a:lnTo>
                  <a:lnTo>
                    <a:pt x="487646" y="88390"/>
                  </a:lnTo>
                  <a:lnTo>
                    <a:pt x="475680" y="131726"/>
                  </a:lnTo>
                  <a:lnTo>
                    <a:pt x="459456" y="174089"/>
                  </a:lnTo>
                  <a:lnTo>
                    <a:pt x="439280" y="215183"/>
                  </a:lnTo>
                  <a:lnTo>
                    <a:pt x="415457" y="254706"/>
                  </a:lnTo>
                  <a:lnTo>
                    <a:pt x="388292" y="292362"/>
                  </a:lnTo>
                  <a:lnTo>
                    <a:pt x="358091" y="327849"/>
                  </a:lnTo>
                  <a:lnTo>
                    <a:pt x="325158" y="360871"/>
                  </a:lnTo>
                  <a:lnTo>
                    <a:pt x="289800" y="391127"/>
                  </a:lnTo>
                  <a:lnTo>
                    <a:pt x="252320" y="418319"/>
                  </a:lnTo>
                  <a:lnTo>
                    <a:pt x="213025" y="442147"/>
                  </a:lnTo>
                  <a:lnTo>
                    <a:pt x="172220" y="462314"/>
                  </a:lnTo>
                  <a:lnTo>
                    <a:pt x="130209" y="478519"/>
                  </a:lnTo>
                  <a:lnTo>
                    <a:pt x="87299" y="490464"/>
                  </a:lnTo>
                  <a:lnTo>
                    <a:pt x="43794" y="497851"/>
                  </a:lnTo>
                  <a:lnTo>
                    <a:pt x="0" y="500379"/>
                  </a:lnTo>
                  <a:lnTo>
                    <a:pt x="43794" y="502908"/>
                  </a:lnTo>
                  <a:lnTo>
                    <a:pt x="87299" y="510294"/>
                  </a:lnTo>
                  <a:lnTo>
                    <a:pt x="130209" y="522237"/>
                  </a:lnTo>
                  <a:lnTo>
                    <a:pt x="172220" y="538438"/>
                  </a:lnTo>
                  <a:lnTo>
                    <a:pt x="213025" y="558596"/>
                  </a:lnTo>
                  <a:lnTo>
                    <a:pt x="252320" y="582412"/>
                  </a:lnTo>
                  <a:lnTo>
                    <a:pt x="289800" y="609586"/>
                  </a:lnTo>
                  <a:lnTo>
                    <a:pt x="325158" y="639819"/>
                  </a:lnTo>
                  <a:lnTo>
                    <a:pt x="358091" y="672809"/>
                  </a:lnTo>
                  <a:lnTo>
                    <a:pt x="388292" y="708258"/>
                  </a:lnTo>
                  <a:lnTo>
                    <a:pt x="415457" y="745865"/>
                  </a:lnTo>
                  <a:lnTo>
                    <a:pt x="439280" y="785332"/>
                  </a:lnTo>
                  <a:lnTo>
                    <a:pt x="459456" y="826357"/>
                  </a:lnTo>
                  <a:lnTo>
                    <a:pt x="475680" y="868641"/>
                  </a:lnTo>
                  <a:lnTo>
                    <a:pt x="487646" y="911884"/>
                  </a:lnTo>
                  <a:lnTo>
                    <a:pt x="495050" y="955786"/>
                  </a:lnTo>
                  <a:lnTo>
                    <a:pt x="497585" y="1000048"/>
                  </a:lnTo>
                  <a:lnTo>
                    <a:pt x="500142" y="955786"/>
                  </a:lnTo>
                  <a:lnTo>
                    <a:pt x="507604" y="911884"/>
                  </a:lnTo>
                  <a:lnTo>
                    <a:pt x="519662" y="868641"/>
                  </a:lnTo>
                  <a:lnTo>
                    <a:pt x="536008" y="826357"/>
                  </a:lnTo>
                  <a:lnTo>
                    <a:pt x="556331" y="785332"/>
                  </a:lnTo>
                  <a:lnTo>
                    <a:pt x="580323" y="745865"/>
                  </a:lnTo>
                  <a:lnTo>
                    <a:pt x="607673" y="708258"/>
                  </a:lnTo>
                  <a:lnTo>
                    <a:pt x="638073" y="672809"/>
                  </a:lnTo>
                  <a:lnTo>
                    <a:pt x="671212" y="639819"/>
                  </a:lnTo>
                  <a:lnTo>
                    <a:pt x="706783" y="609586"/>
                  </a:lnTo>
                  <a:lnTo>
                    <a:pt x="744474" y="582412"/>
                  </a:lnTo>
                  <a:lnTo>
                    <a:pt x="783977" y="558596"/>
                  </a:lnTo>
                  <a:lnTo>
                    <a:pt x="824982" y="538438"/>
                  </a:lnTo>
                  <a:lnTo>
                    <a:pt x="867181" y="522237"/>
                  </a:lnTo>
                  <a:lnTo>
                    <a:pt x="910262" y="510294"/>
                  </a:lnTo>
                  <a:lnTo>
                    <a:pt x="953918" y="502908"/>
                  </a:lnTo>
                  <a:lnTo>
                    <a:pt x="965602" y="502235"/>
                  </a:lnTo>
                  <a:lnTo>
                    <a:pt x="965602" y="498524"/>
                  </a:lnTo>
                  <a:lnTo>
                    <a:pt x="910262" y="490464"/>
                  </a:lnTo>
                  <a:lnTo>
                    <a:pt x="867181" y="478519"/>
                  </a:lnTo>
                  <a:lnTo>
                    <a:pt x="824982" y="462314"/>
                  </a:lnTo>
                  <a:lnTo>
                    <a:pt x="783977" y="442147"/>
                  </a:lnTo>
                  <a:lnTo>
                    <a:pt x="744474" y="418319"/>
                  </a:lnTo>
                  <a:lnTo>
                    <a:pt x="706783" y="391127"/>
                  </a:lnTo>
                  <a:lnTo>
                    <a:pt x="671212" y="360871"/>
                  </a:lnTo>
                  <a:lnTo>
                    <a:pt x="638073" y="327849"/>
                  </a:lnTo>
                  <a:lnTo>
                    <a:pt x="607673" y="292362"/>
                  </a:lnTo>
                  <a:lnTo>
                    <a:pt x="580323" y="254706"/>
                  </a:lnTo>
                  <a:lnTo>
                    <a:pt x="556331" y="215183"/>
                  </a:lnTo>
                  <a:lnTo>
                    <a:pt x="536008" y="174089"/>
                  </a:lnTo>
                  <a:lnTo>
                    <a:pt x="519662" y="131726"/>
                  </a:lnTo>
                  <a:lnTo>
                    <a:pt x="507604" y="88390"/>
                  </a:lnTo>
                  <a:lnTo>
                    <a:pt x="500142" y="44382"/>
                  </a:lnTo>
                  <a:lnTo>
                    <a:pt x="497585" y="0"/>
                  </a:lnTo>
                  <a:close/>
                </a:path>
              </a:pathLst>
            </a:custGeom>
            <a:solidFill>
              <a:srgbClr val="36D636"/>
            </a:solidFill>
          </p:spPr>
          <p:txBody>
            <a:bodyPr wrap="square" lIns="0" tIns="0" rIns="0" bIns="0" rtlCol="0"/>
            <a:lstStyle/>
            <a:p>
              <a:endParaRPr/>
            </a:p>
          </p:txBody>
        </p:sp>
        <p:sp>
          <p:nvSpPr>
            <p:cNvPr id="6" name="object 6"/>
            <p:cNvSpPr/>
            <p:nvPr/>
          </p:nvSpPr>
          <p:spPr>
            <a:xfrm>
              <a:off x="17322494" y="840982"/>
              <a:ext cx="965835" cy="1000125"/>
            </a:xfrm>
            <a:custGeom>
              <a:avLst/>
              <a:gdLst/>
              <a:ahLst/>
              <a:cxnLst/>
              <a:rect l="l" t="t" r="r" b="b"/>
              <a:pathLst>
                <a:path w="965834" h="1000125">
                  <a:moveTo>
                    <a:pt x="497446" y="1000030"/>
                  </a:moveTo>
                  <a:lnTo>
                    <a:pt x="494912" y="955770"/>
                  </a:lnTo>
                  <a:lnTo>
                    <a:pt x="487512" y="911869"/>
                  </a:lnTo>
                  <a:lnTo>
                    <a:pt x="475551" y="868627"/>
                  </a:lnTo>
                  <a:lnTo>
                    <a:pt x="459335" y="826344"/>
                  </a:lnTo>
                  <a:lnTo>
                    <a:pt x="439169" y="785320"/>
                  </a:lnTo>
                  <a:lnTo>
                    <a:pt x="415356" y="745855"/>
                  </a:lnTo>
                  <a:lnTo>
                    <a:pt x="388202" y="708249"/>
                  </a:lnTo>
                  <a:lnTo>
                    <a:pt x="358013" y="672801"/>
                  </a:lnTo>
                  <a:lnTo>
                    <a:pt x="325092" y="639812"/>
                  </a:lnTo>
                  <a:lnTo>
                    <a:pt x="289746" y="609580"/>
                  </a:lnTo>
                  <a:lnTo>
                    <a:pt x="252278" y="582407"/>
                  </a:lnTo>
                  <a:lnTo>
                    <a:pt x="212993" y="558592"/>
                  </a:lnTo>
                  <a:lnTo>
                    <a:pt x="172198" y="538434"/>
                  </a:lnTo>
                  <a:lnTo>
                    <a:pt x="130196" y="522234"/>
                  </a:lnTo>
                  <a:lnTo>
                    <a:pt x="87292" y="510291"/>
                  </a:lnTo>
                  <a:lnTo>
                    <a:pt x="43792" y="502905"/>
                  </a:lnTo>
                  <a:lnTo>
                    <a:pt x="0" y="500377"/>
                  </a:lnTo>
                  <a:lnTo>
                    <a:pt x="43792" y="497848"/>
                  </a:lnTo>
                  <a:lnTo>
                    <a:pt x="87292" y="490462"/>
                  </a:lnTo>
                  <a:lnTo>
                    <a:pt x="130196" y="478516"/>
                  </a:lnTo>
                  <a:lnTo>
                    <a:pt x="172198" y="462310"/>
                  </a:lnTo>
                  <a:lnTo>
                    <a:pt x="212993" y="442144"/>
                  </a:lnTo>
                  <a:lnTo>
                    <a:pt x="252278" y="418315"/>
                  </a:lnTo>
                  <a:lnTo>
                    <a:pt x="289746" y="391123"/>
                  </a:lnTo>
                  <a:lnTo>
                    <a:pt x="325092" y="360867"/>
                  </a:lnTo>
                  <a:lnTo>
                    <a:pt x="358013" y="327845"/>
                  </a:lnTo>
                  <a:lnTo>
                    <a:pt x="388202" y="292357"/>
                  </a:lnTo>
                  <a:lnTo>
                    <a:pt x="415356" y="254702"/>
                  </a:lnTo>
                  <a:lnTo>
                    <a:pt x="439169" y="215179"/>
                  </a:lnTo>
                  <a:lnTo>
                    <a:pt x="459335" y="174086"/>
                  </a:lnTo>
                  <a:lnTo>
                    <a:pt x="475551" y="131723"/>
                  </a:lnTo>
                  <a:lnTo>
                    <a:pt x="487512" y="88388"/>
                  </a:lnTo>
                  <a:lnTo>
                    <a:pt x="494912" y="44380"/>
                  </a:lnTo>
                  <a:lnTo>
                    <a:pt x="497446" y="0"/>
                  </a:lnTo>
                  <a:lnTo>
                    <a:pt x="500003" y="44380"/>
                  </a:lnTo>
                  <a:lnTo>
                    <a:pt x="507469" y="88388"/>
                  </a:lnTo>
                  <a:lnTo>
                    <a:pt x="519533" y="131723"/>
                  </a:lnTo>
                  <a:lnTo>
                    <a:pt x="535885" y="174086"/>
                  </a:lnTo>
                  <a:lnTo>
                    <a:pt x="556217" y="215179"/>
                  </a:lnTo>
                  <a:lnTo>
                    <a:pt x="580217" y="254702"/>
                  </a:lnTo>
                  <a:lnTo>
                    <a:pt x="607578" y="292357"/>
                  </a:lnTo>
                  <a:lnTo>
                    <a:pt x="637988" y="327845"/>
                  </a:lnTo>
                  <a:lnTo>
                    <a:pt x="671138" y="360867"/>
                  </a:lnTo>
                  <a:lnTo>
                    <a:pt x="706718" y="391123"/>
                  </a:lnTo>
                  <a:lnTo>
                    <a:pt x="744419" y="418315"/>
                  </a:lnTo>
                  <a:lnTo>
                    <a:pt x="783931" y="442144"/>
                  </a:lnTo>
                  <a:lnTo>
                    <a:pt x="824944" y="462310"/>
                  </a:lnTo>
                  <a:lnTo>
                    <a:pt x="867149" y="478516"/>
                  </a:lnTo>
                  <a:lnTo>
                    <a:pt x="910235" y="490462"/>
                  </a:lnTo>
                  <a:lnTo>
                    <a:pt x="953893" y="497848"/>
                  </a:lnTo>
                  <a:lnTo>
                    <a:pt x="965528" y="498518"/>
                  </a:lnTo>
                </a:path>
                <a:path w="965834" h="1000125">
                  <a:moveTo>
                    <a:pt x="965528" y="502236"/>
                  </a:moveTo>
                  <a:lnTo>
                    <a:pt x="910235" y="510291"/>
                  </a:lnTo>
                  <a:lnTo>
                    <a:pt x="867149" y="522234"/>
                  </a:lnTo>
                  <a:lnTo>
                    <a:pt x="824944" y="538434"/>
                  </a:lnTo>
                  <a:lnTo>
                    <a:pt x="783931" y="558592"/>
                  </a:lnTo>
                  <a:lnTo>
                    <a:pt x="744419" y="582407"/>
                  </a:lnTo>
                  <a:lnTo>
                    <a:pt x="706718" y="609580"/>
                  </a:lnTo>
                  <a:lnTo>
                    <a:pt x="671138" y="639812"/>
                  </a:lnTo>
                  <a:lnTo>
                    <a:pt x="637988" y="672801"/>
                  </a:lnTo>
                  <a:lnTo>
                    <a:pt x="607578" y="708249"/>
                  </a:lnTo>
                  <a:lnTo>
                    <a:pt x="580217" y="745855"/>
                  </a:lnTo>
                  <a:lnTo>
                    <a:pt x="556217" y="785320"/>
                  </a:lnTo>
                  <a:lnTo>
                    <a:pt x="535885" y="826344"/>
                  </a:lnTo>
                  <a:lnTo>
                    <a:pt x="519533" y="868627"/>
                  </a:lnTo>
                  <a:lnTo>
                    <a:pt x="507469" y="911869"/>
                  </a:lnTo>
                  <a:lnTo>
                    <a:pt x="500003" y="955770"/>
                  </a:lnTo>
                  <a:lnTo>
                    <a:pt x="497446" y="1000030"/>
                  </a:lnTo>
                </a:path>
              </a:pathLst>
            </a:custGeom>
            <a:ln w="18718">
              <a:solidFill>
                <a:srgbClr val="36D636"/>
              </a:solidFill>
            </a:ln>
          </p:spPr>
          <p:txBody>
            <a:bodyPr wrap="square" lIns="0" tIns="0" rIns="0" bIns="0" rtlCol="0"/>
            <a:lstStyle/>
            <a:p>
              <a:endParaRPr/>
            </a:p>
          </p:txBody>
        </p:sp>
        <p:sp>
          <p:nvSpPr>
            <p:cNvPr id="7" name="object 7"/>
            <p:cNvSpPr/>
            <p:nvPr/>
          </p:nvSpPr>
          <p:spPr>
            <a:xfrm>
              <a:off x="17297222" y="0"/>
              <a:ext cx="991235" cy="1841500"/>
            </a:xfrm>
            <a:custGeom>
              <a:avLst/>
              <a:gdLst/>
              <a:ahLst/>
              <a:cxnLst/>
              <a:rect l="l" t="t" r="r" b="b"/>
              <a:pathLst>
                <a:path w="991234" h="1841500">
                  <a:moveTo>
                    <a:pt x="990800" y="1841013"/>
                  </a:moveTo>
                  <a:lnTo>
                    <a:pt x="0" y="1841013"/>
                  </a:lnTo>
                  <a:lnTo>
                    <a:pt x="0" y="0"/>
                  </a:lnTo>
                </a:path>
              </a:pathLst>
            </a:custGeom>
            <a:ln w="38157">
              <a:solidFill>
                <a:srgbClr val="959595"/>
              </a:solidFill>
            </a:ln>
          </p:spPr>
          <p:txBody>
            <a:bodyPr wrap="square" lIns="0" tIns="0" rIns="0" bIns="0" rtlCol="0"/>
            <a:lstStyle/>
            <a:p>
              <a:endParaRPr/>
            </a:p>
          </p:txBody>
        </p:sp>
      </p:grpSp>
      <p:grpSp>
        <p:nvGrpSpPr>
          <p:cNvPr id="8" name="object 8"/>
          <p:cNvGrpSpPr/>
          <p:nvPr/>
        </p:nvGrpSpPr>
        <p:grpSpPr>
          <a:xfrm>
            <a:off x="17591764" y="2317642"/>
            <a:ext cx="459740" cy="459740"/>
            <a:chOff x="17591764" y="2317642"/>
            <a:chExt cx="459740" cy="459740"/>
          </a:xfrm>
        </p:grpSpPr>
        <p:sp>
          <p:nvSpPr>
            <p:cNvPr id="9" name="object 9"/>
            <p:cNvSpPr/>
            <p:nvPr/>
          </p:nvSpPr>
          <p:spPr>
            <a:xfrm>
              <a:off x="17601057" y="2326970"/>
              <a:ext cx="440690" cy="440690"/>
            </a:xfrm>
            <a:custGeom>
              <a:avLst/>
              <a:gdLst/>
              <a:ahLst/>
              <a:cxnLst/>
              <a:rect l="l" t="t" r="r" b="b"/>
              <a:pathLst>
                <a:path w="440690" h="440689">
                  <a:moveTo>
                    <a:pt x="231902" y="0"/>
                  </a:moveTo>
                  <a:lnTo>
                    <a:pt x="208788" y="0"/>
                  </a:lnTo>
                  <a:lnTo>
                    <a:pt x="185801" y="2870"/>
                  </a:lnTo>
                  <a:lnTo>
                    <a:pt x="141097" y="14389"/>
                  </a:lnTo>
                  <a:lnTo>
                    <a:pt x="110236" y="29514"/>
                  </a:lnTo>
                  <a:lnTo>
                    <a:pt x="100076" y="35267"/>
                  </a:lnTo>
                  <a:lnTo>
                    <a:pt x="64770" y="64795"/>
                  </a:lnTo>
                  <a:lnTo>
                    <a:pt x="35306" y="100076"/>
                  </a:lnTo>
                  <a:lnTo>
                    <a:pt x="29591" y="110147"/>
                  </a:lnTo>
                  <a:lnTo>
                    <a:pt x="23749" y="120230"/>
                  </a:lnTo>
                  <a:lnTo>
                    <a:pt x="7239" y="163423"/>
                  </a:lnTo>
                  <a:lnTo>
                    <a:pt x="1524" y="197269"/>
                  </a:lnTo>
                  <a:lnTo>
                    <a:pt x="0" y="208788"/>
                  </a:lnTo>
                  <a:lnTo>
                    <a:pt x="0" y="220306"/>
                  </a:lnTo>
                  <a:lnTo>
                    <a:pt x="0" y="231825"/>
                  </a:lnTo>
                  <a:lnTo>
                    <a:pt x="1524" y="243344"/>
                  </a:lnTo>
                  <a:lnTo>
                    <a:pt x="10795" y="287985"/>
                  </a:lnTo>
                  <a:lnTo>
                    <a:pt x="29591" y="330466"/>
                  </a:lnTo>
                  <a:lnTo>
                    <a:pt x="56896" y="367182"/>
                  </a:lnTo>
                  <a:lnTo>
                    <a:pt x="82169" y="390944"/>
                  </a:lnTo>
                  <a:lnTo>
                    <a:pt x="90805" y="398145"/>
                  </a:lnTo>
                  <a:lnTo>
                    <a:pt x="131064" y="421182"/>
                  </a:lnTo>
                  <a:lnTo>
                    <a:pt x="175006" y="434860"/>
                  </a:lnTo>
                  <a:lnTo>
                    <a:pt x="185801" y="437019"/>
                  </a:lnTo>
                  <a:lnTo>
                    <a:pt x="197358" y="438454"/>
                  </a:lnTo>
                  <a:lnTo>
                    <a:pt x="208788" y="439902"/>
                  </a:lnTo>
                  <a:lnTo>
                    <a:pt x="220345" y="439902"/>
                  </a:lnTo>
                  <a:lnTo>
                    <a:pt x="220345" y="440626"/>
                  </a:lnTo>
                  <a:lnTo>
                    <a:pt x="231902" y="440626"/>
                  </a:lnTo>
                  <a:lnTo>
                    <a:pt x="243332" y="439178"/>
                  </a:lnTo>
                  <a:lnTo>
                    <a:pt x="254889" y="437743"/>
                  </a:lnTo>
                  <a:lnTo>
                    <a:pt x="309626" y="421182"/>
                  </a:lnTo>
                  <a:lnTo>
                    <a:pt x="349250" y="398145"/>
                  </a:lnTo>
                  <a:lnTo>
                    <a:pt x="383794" y="367182"/>
                  </a:lnTo>
                  <a:lnTo>
                    <a:pt x="390906" y="358546"/>
                  </a:lnTo>
                  <a:lnTo>
                    <a:pt x="398145" y="349910"/>
                  </a:lnTo>
                  <a:lnTo>
                    <a:pt x="421259" y="309587"/>
                  </a:lnTo>
                  <a:lnTo>
                    <a:pt x="434848" y="265658"/>
                  </a:lnTo>
                  <a:lnTo>
                    <a:pt x="437007" y="254863"/>
                  </a:lnTo>
                  <a:lnTo>
                    <a:pt x="438531" y="243344"/>
                  </a:lnTo>
                  <a:lnTo>
                    <a:pt x="439928" y="231825"/>
                  </a:lnTo>
                  <a:lnTo>
                    <a:pt x="439928" y="220306"/>
                  </a:lnTo>
                  <a:lnTo>
                    <a:pt x="440690" y="220306"/>
                  </a:lnTo>
                  <a:lnTo>
                    <a:pt x="440690" y="208788"/>
                  </a:lnTo>
                  <a:lnTo>
                    <a:pt x="439166" y="197269"/>
                  </a:lnTo>
                  <a:lnTo>
                    <a:pt x="437769" y="185750"/>
                  </a:lnTo>
                  <a:lnTo>
                    <a:pt x="426212" y="141109"/>
                  </a:lnTo>
                  <a:lnTo>
                    <a:pt x="411099" y="110147"/>
                  </a:lnTo>
                  <a:lnTo>
                    <a:pt x="405384" y="100076"/>
                  </a:lnTo>
                  <a:lnTo>
                    <a:pt x="398907" y="90716"/>
                  </a:lnTo>
                  <a:lnTo>
                    <a:pt x="391668" y="81343"/>
                  </a:lnTo>
                  <a:lnTo>
                    <a:pt x="383794" y="72707"/>
                  </a:lnTo>
                  <a:lnTo>
                    <a:pt x="375793" y="64795"/>
                  </a:lnTo>
                  <a:lnTo>
                    <a:pt x="367919" y="56870"/>
                  </a:lnTo>
                  <a:lnTo>
                    <a:pt x="359283" y="48945"/>
                  </a:lnTo>
                  <a:lnTo>
                    <a:pt x="349885" y="41757"/>
                  </a:lnTo>
                  <a:lnTo>
                    <a:pt x="340614" y="35267"/>
                  </a:lnTo>
                  <a:lnTo>
                    <a:pt x="330454" y="29514"/>
                  </a:lnTo>
                  <a:lnTo>
                    <a:pt x="320421" y="23749"/>
                  </a:lnTo>
                  <a:lnTo>
                    <a:pt x="277241" y="7188"/>
                  </a:lnTo>
                  <a:lnTo>
                    <a:pt x="254889" y="2870"/>
                  </a:lnTo>
                  <a:lnTo>
                    <a:pt x="231902" y="0"/>
                  </a:lnTo>
                  <a:close/>
                </a:path>
              </a:pathLst>
            </a:custGeom>
            <a:solidFill>
              <a:srgbClr val="959595"/>
            </a:solidFill>
          </p:spPr>
          <p:txBody>
            <a:bodyPr wrap="square" lIns="0" tIns="0" rIns="0" bIns="0" rtlCol="0"/>
            <a:lstStyle/>
            <a:p>
              <a:endParaRPr/>
            </a:p>
          </p:txBody>
        </p:sp>
        <p:sp>
          <p:nvSpPr>
            <p:cNvPr id="10" name="object 10"/>
            <p:cNvSpPr/>
            <p:nvPr/>
          </p:nvSpPr>
          <p:spPr>
            <a:xfrm>
              <a:off x="17601124" y="2327001"/>
              <a:ext cx="440690" cy="440690"/>
            </a:xfrm>
            <a:custGeom>
              <a:avLst/>
              <a:gdLst/>
              <a:ahLst/>
              <a:cxnLst/>
              <a:rect l="l" t="t" r="r" b="b"/>
              <a:pathLst>
                <a:path w="440690" h="440689">
                  <a:moveTo>
                    <a:pt x="0" y="220311"/>
                  </a:moveTo>
                  <a:lnTo>
                    <a:pt x="0" y="208792"/>
                  </a:lnTo>
                  <a:lnTo>
                    <a:pt x="1396" y="197273"/>
                  </a:lnTo>
                  <a:lnTo>
                    <a:pt x="2793" y="185753"/>
                  </a:lnTo>
                  <a:lnTo>
                    <a:pt x="14350" y="141112"/>
                  </a:lnTo>
                  <a:lnTo>
                    <a:pt x="35305" y="100077"/>
                  </a:lnTo>
                  <a:lnTo>
                    <a:pt x="64768" y="64796"/>
                  </a:lnTo>
                  <a:lnTo>
                    <a:pt x="100073" y="35281"/>
                  </a:lnTo>
                  <a:lnTo>
                    <a:pt x="141093" y="14402"/>
                  </a:lnTo>
                  <a:lnTo>
                    <a:pt x="185669" y="2882"/>
                  </a:lnTo>
                  <a:lnTo>
                    <a:pt x="197226" y="1447"/>
                  </a:lnTo>
                  <a:lnTo>
                    <a:pt x="208782" y="0"/>
                  </a:lnTo>
                  <a:lnTo>
                    <a:pt x="220212" y="0"/>
                  </a:lnTo>
                  <a:lnTo>
                    <a:pt x="231769" y="0"/>
                  </a:lnTo>
                  <a:lnTo>
                    <a:pt x="243325" y="1447"/>
                  </a:lnTo>
                  <a:lnTo>
                    <a:pt x="288663" y="10807"/>
                  </a:lnTo>
                  <a:lnTo>
                    <a:pt x="330445" y="29515"/>
                  </a:lnTo>
                  <a:lnTo>
                    <a:pt x="367909" y="56884"/>
                  </a:lnTo>
                  <a:lnTo>
                    <a:pt x="398770" y="90717"/>
                  </a:lnTo>
                  <a:lnTo>
                    <a:pt x="421883" y="131041"/>
                  </a:lnTo>
                  <a:lnTo>
                    <a:pt x="435472" y="174234"/>
                  </a:lnTo>
                  <a:lnTo>
                    <a:pt x="440551" y="208792"/>
                  </a:lnTo>
                  <a:lnTo>
                    <a:pt x="440551" y="220311"/>
                  </a:lnTo>
                  <a:lnTo>
                    <a:pt x="439789" y="220311"/>
                  </a:lnTo>
                  <a:lnTo>
                    <a:pt x="439789" y="231830"/>
                  </a:lnTo>
                  <a:lnTo>
                    <a:pt x="438393" y="243349"/>
                  </a:lnTo>
                  <a:lnTo>
                    <a:pt x="436996" y="254868"/>
                  </a:lnTo>
                  <a:lnTo>
                    <a:pt x="434837" y="265663"/>
                  </a:lnTo>
                  <a:lnTo>
                    <a:pt x="432678" y="277195"/>
                  </a:lnTo>
                  <a:lnTo>
                    <a:pt x="428995" y="287990"/>
                  </a:lnTo>
                  <a:lnTo>
                    <a:pt x="425439" y="298786"/>
                  </a:lnTo>
                  <a:lnTo>
                    <a:pt x="421121" y="309594"/>
                  </a:lnTo>
                  <a:lnTo>
                    <a:pt x="398135" y="349917"/>
                  </a:lnTo>
                  <a:lnTo>
                    <a:pt x="390896" y="358553"/>
                  </a:lnTo>
                  <a:lnTo>
                    <a:pt x="383657" y="367189"/>
                  </a:lnTo>
                  <a:lnTo>
                    <a:pt x="349114" y="398140"/>
                  </a:lnTo>
                  <a:lnTo>
                    <a:pt x="339716" y="404630"/>
                  </a:lnTo>
                  <a:lnTo>
                    <a:pt x="330445" y="411107"/>
                  </a:lnTo>
                  <a:lnTo>
                    <a:pt x="287901" y="429827"/>
                  </a:lnTo>
                  <a:lnTo>
                    <a:pt x="243325" y="439187"/>
                  </a:lnTo>
                  <a:lnTo>
                    <a:pt x="231769" y="440622"/>
                  </a:lnTo>
                  <a:lnTo>
                    <a:pt x="220212" y="440622"/>
                  </a:lnTo>
                  <a:lnTo>
                    <a:pt x="220212" y="439911"/>
                  </a:lnTo>
                  <a:lnTo>
                    <a:pt x="208782" y="439911"/>
                  </a:lnTo>
                  <a:lnTo>
                    <a:pt x="197226" y="438463"/>
                  </a:lnTo>
                  <a:lnTo>
                    <a:pt x="185669" y="437028"/>
                  </a:lnTo>
                  <a:lnTo>
                    <a:pt x="174874" y="434869"/>
                  </a:lnTo>
                  <a:lnTo>
                    <a:pt x="163444" y="432710"/>
                  </a:lnTo>
                  <a:lnTo>
                    <a:pt x="152650" y="429103"/>
                  </a:lnTo>
                  <a:lnTo>
                    <a:pt x="141855" y="425509"/>
                  </a:lnTo>
                  <a:lnTo>
                    <a:pt x="100708" y="404630"/>
                  </a:lnTo>
                  <a:lnTo>
                    <a:pt x="64768" y="375825"/>
                  </a:lnTo>
                  <a:lnTo>
                    <a:pt x="35940" y="339833"/>
                  </a:lnTo>
                  <a:lnTo>
                    <a:pt x="15112" y="298786"/>
                  </a:lnTo>
                  <a:lnTo>
                    <a:pt x="10794" y="287990"/>
                  </a:lnTo>
                  <a:lnTo>
                    <a:pt x="7873" y="277195"/>
                  </a:lnTo>
                  <a:lnTo>
                    <a:pt x="4952" y="265663"/>
                  </a:lnTo>
                  <a:lnTo>
                    <a:pt x="2793" y="254868"/>
                  </a:lnTo>
                  <a:lnTo>
                    <a:pt x="1396" y="243349"/>
                  </a:lnTo>
                  <a:lnTo>
                    <a:pt x="0" y="231830"/>
                  </a:lnTo>
                  <a:lnTo>
                    <a:pt x="0" y="220311"/>
                  </a:lnTo>
                  <a:close/>
                </a:path>
              </a:pathLst>
            </a:custGeom>
            <a:ln w="18718">
              <a:solidFill>
                <a:srgbClr val="959595"/>
              </a:solidFill>
            </a:ln>
          </p:spPr>
          <p:txBody>
            <a:bodyPr wrap="square" lIns="0" tIns="0" rIns="0" bIns="0" rtlCol="0"/>
            <a:lstStyle/>
            <a:p>
              <a:endParaRPr/>
            </a:p>
          </p:txBody>
        </p:sp>
      </p:grpSp>
      <p:grpSp>
        <p:nvGrpSpPr>
          <p:cNvPr id="11" name="object 11"/>
          <p:cNvGrpSpPr/>
          <p:nvPr/>
        </p:nvGrpSpPr>
        <p:grpSpPr>
          <a:xfrm>
            <a:off x="-9359" y="9760438"/>
            <a:ext cx="595630" cy="535940"/>
            <a:chOff x="-9359" y="9760438"/>
            <a:chExt cx="595630" cy="535940"/>
          </a:xfrm>
        </p:grpSpPr>
        <p:sp>
          <p:nvSpPr>
            <p:cNvPr id="12" name="object 12"/>
            <p:cNvSpPr/>
            <p:nvPr/>
          </p:nvSpPr>
          <p:spPr>
            <a:xfrm>
              <a:off x="0" y="9769798"/>
              <a:ext cx="576580" cy="517525"/>
            </a:xfrm>
            <a:custGeom>
              <a:avLst/>
              <a:gdLst/>
              <a:ahLst/>
              <a:cxnLst/>
              <a:rect l="l" t="t" r="r" b="b"/>
              <a:pathLst>
                <a:path w="576580" h="517525">
                  <a:moveTo>
                    <a:pt x="0" y="0"/>
                  </a:moveTo>
                  <a:lnTo>
                    <a:pt x="0" y="517199"/>
                  </a:lnTo>
                  <a:lnTo>
                    <a:pt x="576456" y="517199"/>
                  </a:lnTo>
                  <a:lnTo>
                    <a:pt x="567352" y="463557"/>
                  </a:lnTo>
                  <a:lnTo>
                    <a:pt x="551512" y="404517"/>
                  </a:lnTo>
                  <a:lnTo>
                    <a:pt x="529912" y="346920"/>
                  </a:lnTo>
                  <a:lnTo>
                    <a:pt x="501834" y="292921"/>
                  </a:lnTo>
                  <a:lnTo>
                    <a:pt x="468713" y="241078"/>
                  </a:lnTo>
                  <a:lnTo>
                    <a:pt x="429835" y="193557"/>
                  </a:lnTo>
                  <a:lnTo>
                    <a:pt x="386636" y="150358"/>
                  </a:lnTo>
                  <a:lnTo>
                    <a:pt x="339115" y="111480"/>
                  </a:lnTo>
                  <a:lnTo>
                    <a:pt x="287997" y="78359"/>
                  </a:lnTo>
                  <a:lnTo>
                    <a:pt x="233278" y="50281"/>
                  </a:lnTo>
                  <a:lnTo>
                    <a:pt x="175676" y="28681"/>
                  </a:lnTo>
                  <a:lnTo>
                    <a:pt x="116636" y="12841"/>
                  </a:lnTo>
                  <a:lnTo>
                    <a:pt x="56157" y="2760"/>
                  </a:lnTo>
                  <a:lnTo>
                    <a:pt x="0" y="0"/>
                  </a:lnTo>
                  <a:close/>
                </a:path>
              </a:pathLst>
            </a:custGeom>
            <a:solidFill>
              <a:srgbClr val="959595"/>
            </a:solidFill>
          </p:spPr>
          <p:txBody>
            <a:bodyPr wrap="square" lIns="0" tIns="0" rIns="0" bIns="0" rtlCol="0"/>
            <a:lstStyle/>
            <a:p>
              <a:endParaRPr/>
            </a:p>
          </p:txBody>
        </p:sp>
        <p:sp>
          <p:nvSpPr>
            <p:cNvPr id="13" name="object 13"/>
            <p:cNvSpPr/>
            <p:nvPr/>
          </p:nvSpPr>
          <p:spPr>
            <a:xfrm>
              <a:off x="0" y="9769798"/>
              <a:ext cx="576580" cy="517525"/>
            </a:xfrm>
            <a:custGeom>
              <a:avLst/>
              <a:gdLst/>
              <a:ahLst/>
              <a:cxnLst/>
              <a:rect l="l" t="t" r="r" b="b"/>
              <a:pathLst>
                <a:path w="576580" h="517525">
                  <a:moveTo>
                    <a:pt x="0" y="0"/>
                  </a:moveTo>
                  <a:lnTo>
                    <a:pt x="56157" y="2760"/>
                  </a:lnTo>
                  <a:lnTo>
                    <a:pt x="116636" y="12841"/>
                  </a:lnTo>
                  <a:lnTo>
                    <a:pt x="175676" y="28681"/>
                  </a:lnTo>
                  <a:lnTo>
                    <a:pt x="233278" y="50281"/>
                  </a:lnTo>
                  <a:lnTo>
                    <a:pt x="287997" y="78359"/>
                  </a:lnTo>
                  <a:lnTo>
                    <a:pt x="339115" y="111480"/>
                  </a:lnTo>
                  <a:lnTo>
                    <a:pt x="386636" y="150358"/>
                  </a:lnTo>
                  <a:lnTo>
                    <a:pt x="429835" y="193557"/>
                  </a:lnTo>
                  <a:lnTo>
                    <a:pt x="468713" y="241078"/>
                  </a:lnTo>
                  <a:lnTo>
                    <a:pt x="501834" y="292921"/>
                  </a:lnTo>
                  <a:lnTo>
                    <a:pt x="529912" y="346920"/>
                  </a:lnTo>
                  <a:lnTo>
                    <a:pt x="551512" y="404517"/>
                  </a:lnTo>
                  <a:lnTo>
                    <a:pt x="567352" y="463557"/>
                  </a:lnTo>
                  <a:lnTo>
                    <a:pt x="573112" y="493799"/>
                  </a:lnTo>
                  <a:lnTo>
                    <a:pt x="576456" y="517199"/>
                  </a:lnTo>
                </a:path>
              </a:pathLst>
            </a:custGeom>
            <a:ln w="18719">
              <a:solidFill>
                <a:srgbClr val="959595"/>
              </a:solidFill>
            </a:ln>
          </p:spPr>
          <p:txBody>
            <a:bodyPr wrap="square" lIns="0" tIns="0" rIns="0" bIns="0" rtlCol="0"/>
            <a:lstStyle/>
            <a:p>
              <a:endParaRPr/>
            </a:p>
          </p:txBody>
        </p:sp>
      </p:grpSp>
      <p:grpSp>
        <p:nvGrpSpPr>
          <p:cNvPr id="14" name="object 14"/>
          <p:cNvGrpSpPr/>
          <p:nvPr/>
        </p:nvGrpSpPr>
        <p:grpSpPr>
          <a:xfrm>
            <a:off x="328317" y="742289"/>
            <a:ext cx="671195" cy="669290"/>
            <a:chOff x="328317" y="742289"/>
            <a:chExt cx="671195" cy="669290"/>
          </a:xfrm>
        </p:grpSpPr>
        <p:sp>
          <p:nvSpPr>
            <p:cNvPr id="15" name="object 15"/>
            <p:cNvSpPr/>
            <p:nvPr/>
          </p:nvSpPr>
          <p:spPr>
            <a:xfrm>
              <a:off x="337676" y="751675"/>
              <a:ext cx="652780" cy="650240"/>
            </a:xfrm>
            <a:custGeom>
              <a:avLst/>
              <a:gdLst/>
              <a:ahLst/>
              <a:cxnLst/>
              <a:rect l="l" t="t" r="r" b="b"/>
              <a:pathLst>
                <a:path w="652780" h="650240">
                  <a:moveTo>
                    <a:pt x="326101" y="0"/>
                  </a:moveTo>
                  <a:lnTo>
                    <a:pt x="322189" y="44056"/>
                  </a:lnTo>
                  <a:lnTo>
                    <a:pt x="310940" y="87383"/>
                  </a:lnTo>
                  <a:lnTo>
                    <a:pt x="293084" y="129250"/>
                  </a:lnTo>
                  <a:lnTo>
                    <a:pt x="269352" y="168925"/>
                  </a:lnTo>
                  <a:lnTo>
                    <a:pt x="240472" y="205680"/>
                  </a:lnTo>
                  <a:lnTo>
                    <a:pt x="207176" y="238783"/>
                  </a:lnTo>
                  <a:lnTo>
                    <a:pt x="170193" y="267506"/>
                  </a:lnTo>
                  <a:lnTo>
                    <a:pt x="130254" y="291116"/>
                  </a:lnTo>
                  <a:lnTo>
                    <a:pt x="88089" y="308885"/>
                  </a:lnTo>
                  <a:lnTo>
                    <a:pt x="44427" y="320082"/>
                  </a:lnTo>
                  <a:lnTo>
                    <a:pt x="0" y="323977"/>
                  </a:lnTo>
                  <a:lnTo>
                    <a:pt x="44427" y="327905"/>
                  </a:lnTo>
                  <a:lnTo>
                    <a:pt x="88089" y="339198"/>
                  </a:lnTo>
                  <a:lnTo>
                    <a:pt x="130254" y="357116"/>
                  </a:lnTo>
                  <a:lnTo>
                    <a:pt x="170193" y="380917"/>
                  </a:lnTo>
                  <a:lnTo>
                    <a:pt x="207176" y="409863"/>
                  </a:lnTo>
                  <a:lnTo>
                    <a:pt x="240472" y="443213"/>
                  </a:lnTo>
                  <a:lnTo>
                    <a:pt x="269352" y="480227"/>
                  </a:lnTo>
                  <a:lnTo>
                    <a:pt x="293084" y="520165"/>
                  </a:lnTo>
                  <a:lnTo>
                    <a:pt x="310940" y="562288"/>
                  </a:lnTo>
                  <a:lnTo>
                    <a:pt x="322189" y="605854"/>
                  </a:lnTo>
                  <a:lnTo>
                    <a:pt x="326101" y="650125"/>
                  </a:lnTo>
                  <a:lnTo>
                    <a:pt x="329997" y="605854"/>
                  </a:lnTo>
                  <a:lnTo>
                    <a:pt x="341204" y="562288"/>
                  </a:lnTo>
                  <a:lnTo>
                    <a:pt x="359001" y="520165"/>
                  </a:lnTo>
                  <a:lnTo>
                    <a:pt x="382669" y="480227"/>
                  </a:lnTo>
                  <a:lnTo>
                    <a:pt x="411487" y="443213"/>
                  </a:lnTo>
                  <a:lnTo>
                    <a:pt x="444735" y="409863"/>
                  </a:lnTo>
                  <a:lnTo>
                    <a:pt x="481692" y="380917"/>
                  </a:lnTo>
                  <a:lnTo>
                    <a:pt x="521638" y="357116"/>
                  </a:lnTo>
                  <a:lnTo>
                    <a:pt x="563852" y="339198"/>
                  </a:lnTo>
                  <a:lnTo>
                    <a:pt x="607614" y="327905"/>
                  </a:lnTo>
                  <a:lnTo>
                    <a:pt x="652204" y="323977"/>
                  </a:lnTo>
                  <a:lnTo>
                    <a:pt x="607614" y="320082"/>
                  </a:lnTo>
                  <a:lnTo>
                    <a:pt x="563852" y="308885"/>
                  </a:lnTo>
                  <a:lnTo>
                    <a:pt x="521638" y="291116"/>
                  </a:lnTo>
                  <a:lnTo>
                    <a:pt x="481692" y="267506"/>
                  </a:lnTo>
                  <a:lnTo>
                    <a:pt x="444735" y="238783"/>
                  </a:lnTo>
                  <a:lnTo>
                    <a:pt x="411487" y="205680"/>
                  </a:lnTo>
                  <a:lnTo>
                    <a:pt x="382669" y="168925"/>
                  </a:lnTo>
                  <a:lnTo>
                    <a:pt x="359001" y="129250"/>
                  </a:lnTo>
                  <a:lnTo>
                    <a:pt x="341204" y="87383"/>
                  </a:lnTo>
                  <a:lnTo>
                    <a:pt x="329997" y="44056"/>
                  </a:lnTo>
                  <a:lnTo>
                    <a:pt x="326101" y="0"/>
                  </a:lnTo>
                  <a:close/>
                </a:path>
              </a:pathLst>
            </a:custGeom>
            <a:solidFill>
              <a:srgbClr val="36D636"/>
            </a:solidFill>
          </p:spPr>
          <p:txBody>
            <a:bodyPr wrap="square" lIns="0" tIns="0" rIns="0" bIns="0" rtlCol="0"/>
            <a:lstStyle/>
            <a:p>
              <a:endParaRPr/>
            </a:p>
          </p:txBody>
        </p:sp>
        <p:sp>
          <p:nvSpPr>
            <p:cNvPr id="16" name="object 16"/>
            <p:cNvSpPr/>
            <p:nvPr/>
          </p:nvSpPr>
          <p:spPr>
            <a:xfrm>
              <a:off x="337676" y="751648"/>
              <a:ext cx="652780" cy="650240"/>
            </a:xfrm>
            <a:custGeom>
              <a:avLst/>
              <a:gdLst/>
              <a:ahLst/>
              <a:cxnLst/>
              <a:rect l="l" t="t" r="r" b="b"/>
              <a:pathLst>
                <a:path w="652780" h="650240">
                  <a:moveTo>
                    <a:pt x="0" y="323983"/>
                  </a:moveTo>
                  <a:lnTo>
                    <a:pt x="44427" y="320088"/>
                  </a:lnTo>
                  <a:lnTo>
                    <a:pt x="88089" y="308891"/>
                  </a:lnTo>
                  <a:lnTo>
                    <a:pt x="130254" y="291121"/>
                  </a:lnTo>
                  <a:lnTo>
                    <a:pt x="170193" y="267510"/>
                  </a:lnTo>
                  <a:lnTo>
                    <a:pt x="207176" y="238786"/>
                  </a:lnTo>
                  <a:lnTo>
                    <a:pt x="240472" y="205682"/>
                  </a:lnTo>
                  <a:lnTo>
                    <a:pt x="269352" y="168926"/>
                  </a:lnTo>
                  <a:lnTo>
                    <a:pt x="293085" y="129249"/>
                  </a:lnTo>
                  <a:lnTo>
                    <a:pt x="310941" y="87383"/>
                  </a:lnTo>
                  <a:lnTo>
                    <a:pt x="322190" y="44056"/>
                  </a:lnTo>
                  <a:lnTo>
                    <a:pt x="326102" y="0"/>
                  </a:lnTo>
                  <a:lnTo>
                    <a:pt x="329997" y="44056"/>
                  </a:lnTo>
                  <a:lnTo>
                    <a:pt x="341204" y="87383"/>
                  </a:lnTo>
                  <a:lnTo>
                    <a:pt x="359002" y="129249"/>
                  </a:lnTo>
                  <a:lnTo>
                    <a:pt x="382670" y="168926"/>
                  </a:lnTo>
                  <a:lnTo>
                    <a:pt x="411488" y="205682"/>
                  </a:lnTo>
                  <a:lnTo>
                    <a:pt x="444735" y="238786"/>
                  </a:lnTo>
                  <a:lnTo>
                    <a:pt x="481692" y="267510"/>
                  </a:lnTo>
                  <a:lnTo>
                    <a:pt x="521638" y="291121"/>
                  </a:lnTo>
                  <a:lnTo>
                    <a:pt x="563852" y="308891"/>
                  </a:lnTo>
                  <a:lnTo>
                    <a:pt x="607614" y="320088"/>
                  </a:lnTo>
                  <a:lnTo>
                    <a:pt x="652204" y="323983"/>
                  </a:lnTo>
                  <a:lnTo>
                    <a:pt x="607614" y="327912"/>
                  </a:lnTo>
                  <a:lnTo>
                    <a:pt x="563852" y="339204"/>
                  </a:lnTo>
                  <a:lnTo>
                    <a:pt x="521638" y="357120"/>
                  </a:lnTo>
                  <a:lnTo>
                    <a:pt x="481692" y="380919"/>
                  </a:lnTo>
                  <a:lnTo>
                    <a:pt x="444735" y="409863"/>
                  </a:lnTo>
                  <a:lnTo>
                    <a:pt x="411488" y="443210"/>
                  </a:lnTo>
                  <a:lnTo>
                    <a:pt x="382670" y="480222"/>
                  </a:lnTo>
                  <a:lnTo>
                    <a:pt x="359002" y="520158"/>
                  </a:lnTo>
                  <a:lnTo>
                    <a:pt x="341204" y="562279"/>
                  </a:lnTo>
                  <a:lnTo>
                    <a:pt x="329997" y="605844"/>
                  </a:lnTo>
                  <a:lnTo>
                    <a:pt x="326102" y="650113"/>
                  </a:lnTo>
                  <a:lnTo>
                    <a:pt x="322190" y="605844"/>
                  </a:lnTo>
                  <a:lnTo>
                    <a:pt x="310941" y="562279"/>
                  </a:lnTo>
                  <a:lnTo>
                    <a:pt x="293085" y="520158"/>
                  </a:lnTo>
                  <a:lnTo>
                    <a:pt x="269352" y="480222"/>
                  </a:lnTo>
                  <a:lnTo>
                    <a:pt x="240472" y="443210"/>
                  </a:lnTo>
                  <a:lnTo>
                    <a:pt x="207176" y="409863"/>
                  </a:lnTo>
                  <a:lnTo>
                    <a:pt x="170193" y="380919"/>
                  </a:lnTo>
                  <a:lnTo>
                    <a:pt x="130254" y="357120"/>
                  </a:lnTo>
                  <a:lnTo>
                    <a:pt x="88089" y="339204"/>
                  </a:lnTo>
                  <a:lnTo>
                    <a:pt x="44427" y="327912"/>
                  </a:lnTo>
                  <a:lnTo>
                    <a:pt x="0" y="323983"/>
                  </a:lnTo>
                  <a:close/>
                </a:path>
              </a:pathLst>
            </a:custGeom>
            <a:ln w="18717">
              <a:solidFill>
                <a:srgbClr val="36D636"/>
              </a:solidFill>
            </a:ln>
          </p:spPr>
          <p:txBody>
            <a:bodyPr wrap="square" lIns="0" tIns="0" rIns="0" bIns="0" rtlCol="0"/>
            <a:lstStyle/>
            <a:p>
              <a:endParaRPr/>
            </a:p>
          </p:txBody>
        </p:sp>
      </p:grpSp>
      <p:sp>
        <p:nvSpPr>
          <p:cNvPr id="17" name="object 1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z="5600" spc="-595" dirty="0"/>
              <a:t>Introduction</a:t>
            </a:r>
            <a:endParaRPr sz="5600" dirty="0"/>
          </a:p>
        </p:txBody>
      </p:sp>
      <p:sp>
        <p:nvSpPr>
          <p:cNvPr id="21" name="object 21"/>
          <p:cNvSpPr txBox="1"/>
          <p:nvPr/>
        </p:nvSpPr>
        <p:spPr>
          <a:xfrm>
            <a:off x="1869132" y="2733452"/>
            <a:ext cx="15731858" cy="6086282"/>
          </a:xfrm>
          <a:prstGeom prst="rect">
            <a:avLst/>
          </a:prstGeom>
        </p:spPr>
        <p:txBody>
          <a:bodyPr vert="horz" wrap="square" lIns="0" tIns="12700" rIns="0" bIns="0" rtlCol="0">
            <a:spAutoFit/>
          </a:bodyPr>
          <a:lstStyle/>
          <a:p>
            <a:pPr marL="12700">
              <a:spcBef>
                <a:spcPts val="100"/>
              </a:spcBef>
            </a:pPr>
            <a:endParaRPr lang="en-US" sz="3600" spc="-10" dirty="0">
              <a:latin typeface="Calibri"/>
              <a:cs typeface="Calibri"/>
            </a:endParaRPr>
          </a:p>
          <a:p>
            <a:pPr marL="584200" indent="-571500">
              <a:spcBef>
                <a:spcPts val="100"/>
              </a:spcBef>
              <a:buFont typeface="Wingdings" panose="05000000000000000000" pitchFamily="2" charset="2"/>
              <a:buChar char="q"/>
            </a:pPr>
            <a:r>
              <a:rPr lang="en-US" sz="3200" spc="-10" dirty="0">
                <a:latin typeface="Lucida Sans" panose="020B0602030504020204" pitchFamily="34" charset="0"/>
                <a:cs typeface="Calibri"/>
              </a:rPr>
              <a:t>The ATM Simulator System is a software program designed to mimic a real ATM. Its purpose is to simulate the functionalities of an ATM, allowing users to practice and learn about various banking transactions in a safe and controlled environment.</a:t>
            </a:r>
          </a:p>
          <a:p>
            <a:pPr marL="12700">
              <a:spcBef>
                <a:spcPts val="100"/>
              </a:spcBef>
            </a:pPr>
            <a:endParaRPr lang="en-US" sz="3200" spc="-10" dirty="0">
              <a:latin typeface="Lucida Sans" panose="020B0602030504020204" pitchFamily="34" charset="0"/>
              <a:cs typeface="Calibri"/>
            </a:endParaRPr>
          </a:p>
          <a:p>
            <a:pPr marL="584200" indent="-571500">
              <a:spcBef>
                <a:spcPts val="100"/>
              </a:spcBef>
              <a:buFont typeface="Wingdings" panose="05000000000000000000" pitchFamily="2" charset="2"/>
              <a:buChar char="q"/>
            </a:pPr>
            <a:r>
              <a:rPr lang="en-US" sz="3200" spc="-10" dirty="0">
                <a:latin typeface="Lucida Sans" panose="020B0602030504020204" pitchFamily="34" charset="0"/>
                <a:cs typeface="Calibri"/>
              </a:rPr>
              <a:t>Key features include:</a:t>
            </a:r>
          </a:p>
          <a:p>
            <a:pPr marL="584200" indent="-571500">
              <a:spcBef>
                <a:spcPts val="100"/>
              </a:spcBef>
              <a:buFont typeface="Wingdings" panose="05000000000000000000" pitchFamily="2" charset="2"/>
              <a:buChar char="Ø"/>
            </a:pPr>
            <a:r>
              <a:rPr lang="en-US" sz="3200" spc="-10" dirty="0">
                <a:latin typeface="Lucida Sans" panose="020B0602030504020204" pitchFamily="34" charset="0"/>
                <a:cs typeface="Calibri"/>
              </a:rPr>
              <a:t>    Balance inquiries</a:t>
            </a:r>
          </a:p>
          <a:p>
            <a:pPr marL="584200" indent="-571500">
              <a:spcBef>
                <a:spcPts val="100"/>
              </a:spcBef>
              <a:buFont typeface="Wingdings" panose="05000000000000000000" pitchFamily="2" charset="2"/>
              <a:buChar char="Ø"/>
            </a:pPr>
            <a:r>
              <a:rPr lang="en-US" sz="3200" spc="-10" dirty="0">
                <a:latin typeface="Lucida Sans" panose="020B0602030504020204" pitchFamily="34" charset="0"/>
                <a:cs typeface="Calibri"/>
              </a:rPr>
              <a:t>    Withdrawals</a:t>
            </a:r>
          </a:p>
          <a:p>
            <a:pPr marL="584200" indent="-571500">
              <a:spcBef>
                <a:spcPts val="100"/>
              </a:spcBef>
              <a:buFont typeface="Wingdings" panose="05000000000000000000" pitchFamily="2" charset="2"/>
              <a:buChar char="Ø"/>
            </a:pPr>
            <a:r>
              <a:rPr lang="en-US" sz="3200" spc="-10" dirty="0">
                <a:latin typeface="Lucida Sans" panose="020B0602030504020204" pitchFamily="34" charset="0"/>
                <a:cs typeface="Calibri"/>
              </a:rPr>
              <a:t>    Deposits (optional)</a:t>
            </a:r>
          </a:p>
          <a:p>
            <a:pPr marL="584200" indent="-571500">
              <a:spcBef>
                <a:spcPts val="100"/>
              </a:spcBef>
              <a:buFont typeface="Wingdings" panose="05000000000000000000" pitchFamily="2" charset="2"/>
              <a:buChar char="Ø"/>
            </a:pPr>
            <a:r>
              <a:rPr lang="en-US" sz="3200" spc="-10" dirty="0">
                <a:latin typeface="Lucida Sans" panose="020B0602030504020204" pitchFamily="34" charset="0"/>
                <a:cs typeface="Calibri"/>
              </a:rPr>
              <a:t>    Transfers (optional)</a:t>
            </a:r>
          </a:p>
          <a:p>
            <a:pPr marL="584200" indent="-571500">
              <a:spcBef>
                <a:spcPts val="100"/>
              </a:spcBef>
              <a:buFont typeface="Wingdings" panose="05000000000000000000" pitchFamily="2" charset="2"/>
              <a:buChar char="Ø"/>
            </a:pPr>
            <a:r>
              <a:rPr lang="en-US" sz="3200" spc="-10" dirty="0">
                <a:latin typeface="Lucida Sans" panose="020B0602030504020204" pitchFamily="34" charset="0"/>
                <a:cs typeface="Calibri"/>
              </a:rPr>
              <a:t>    Bill payments (optional)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278143" y="-19079"/>
            <a:ext cx="1029335" cy="1879600"/>
            <a:chOff x="17278143" y="-19079"/>
            <a:chExt cx="1029335" cy="1879600"/>
          </a:xfrm>
        </p:grpSpPr>
        <p:sp>
          <p:nvSpPr>
            <p:cNvPr id="3" name="object 3"/>
            <p:cNvSpPr/>
            <p:nvPr/>
          </p:nvSpPr>
          <p:spPr>
            <a:xfrm>
              <a:off x="17322418" y="0"/>
              <a:ext cx="965835" cy="916305"/>
            </a:xfrm>
            <a:custGeom>
              <a:avLst/>
              <a:gdLst/>
              <a:ahLst/>
              <a:cxnLst/>
              <a:rect l="l" t="t" r="r" b="b"/>
              <a:pathLst>
                <a:path w="965834" h="916305">
                  <a:moveTo>
                    <a:pt x="506900" y="0"/>
                  </a:moveTo>
                  <a:lnTo>
                    <a:pt x="488345" y="0"/>
                  </a:lnTo>
                  <a:lnTo>
                    <a:pt x="487646" y="4151"/>
                  </a:lnTo>
                  <a:lnTo>
                    <a:pt x="475680" y="47486"/>
                  </a:lnTo>
                  <a:lnTo>
                    <a:pt x="459456" y="89850"/>
                  </a:lnTo>
                  <a:lnTo>
                    <a:pt x="439280" y="130944"/>
                  </a:lnTo>
                  <a:lnTo>
                    <a:pt x="415457" y="170467"/>
                  </a:lnTo>
                  <a:lnTo>
                    <a:pt x="388292" y="208123"/>
                  </a:lnTo>
                  <a:lnTo>
                    <a:pt x="358091" y="243610"/>
                  </a:lnTo>
                  <a:lnTo>
                    <a:pt x="325158" y="276632"/>
                  </a:lnTo>
                  <a:lnTo>
                    <a:pt x="289800" y="306888"/>
                  </a:lnTo>
                  <a:lnTo>
                    <a:pt x="252320" y="334079"/>
                  </a:lnTo>
                  <a:lnTo>
                    <a:pt x="213025" y="357908"/>
                  </a:lnTo>
                  <a:lnTo>
                    <a:pt x="172220" y="378075"/>
                  </a:lnTo>
                  <a:lnTo>
                    <a:pt x="130209" y="394280"/>
                  </a:lnTo>
                  <a:lnTo>
                    <a:pt x="87299" y="406225"/>
                  </a:lnTo>
                  <a:lnTo>
                    <a:pt x="43794" y="413612"/>
                  </a:lnTo>
                  <a:lnTo>
                    <a:pt x="0" y="416140"/>
                  </a:lnTo>
                  <a:lnTo>
                    <a:pt x="43794" y="418669"/>
                  </a:lnTo>
                  <a:lnTo>
                    <a:pt x="87299" y="426055"/>
                  </a:lnTo>
                  <a:lnTo>
                    <a:pt x="130209" y="437998"/>
                  </a:lnTo>
                  <a:lnTo>
                    <a:pt x="172220" y="454199"/>
                  </a:lnTo>
                  <a:lnTo>
                    <a:pt x="213025" y="474357"/>
                  </a:lnTo>
                  <a:lnTo>
                    <a:pt x="252320" y="498173"/>
                  </a:lnTo>
                  <a:lnTo>
                    <a:pt x="289800" y="525347"/>
                  </a:lnTo>
                  <a:lnTo>
                    <a:pt x="325158" y="555579"/>
                  </a:lnTo>
                  <a:lnTo>
                    <a:pt x="358091" y="588570"/>
                  </a:lnTo>
                  <a:lnTo>
                    <a:pt x="388292" y="624019"/>
                  </a:lnTo>
                  <a:lnTo>
                    <a:pt x="415457" y="661626"/>
                  </a:lnTo>
                  <a:lnTo>
                    <a:pt x="439280" y="701093"/>
                  </a:lnTo>
                  <a:lnTo>
                    <a:pt x="459456" y="742118"/>
                  </a:lnTo>
                  <a:lnTo>
                    <a:pt x="475680" y="784402"/>
                  </a:lnTo>
                  <a:lnTo>
                    <a:pt x="487646" y="827645"/>
                  </a:lnTo>
                  <a:lnTo>
                    <a:pt x="495050" y="871547"/>
                  </a:lnTo>
                  <a:lnTo>
                    <a:pt x="497585" y="915809"/>
                  </a:lnTo>
                  <a:lnTo>
                    <a:pt x="500142" y="871547"/>
                  </a:lnTo>
                  <a:lnTo>
                    <a:pt x="507604" y="827645"/>
                  </a:lnTo>
                  <a:lnTo>
                    <a:pt x="519662" y="784402"/>
                  </a:lnTo>
                  <a:lnTo>
                    <a:pt x="536008" y="742118"/>
                  </a:lnTo>
                  <a:lnTo>
                    <a:pt x="556331" y="701093"/>
                  </a:lnTo>
                  <a:lnTo>
                    <a:pt x="580323" y="661626"/>
                  </a:lnTo>
                  <a:lnTo>
                    <a:pt x="607673" y="624019"/>
                  </a:lnTo>
                  <a:lnTo>
                    <a:pt x="638073" y="588570"/>
                  </a:lnTo>
                  <a:lnTo>
                    <a:pt x="671212" y="555579"/>
                  </a:lnTo>
                  <a:lnTo>
                    <a:pt x="706783" y="525347"/>
                  </a:lnTo>
                  <a:lnTo>
                    <a:pt x="744474" y="498173"/>
                  </a:lnTo>
                  <a:lnTo>
                    <a:pt x="783977" y="474357"/>
                  </a:lnTo>
                  <a:lnTo>
                    <a:pt x="824982" y="454199"/>
                  </a:lnTo>
                  <a:lnTo>
                    <a:pt x="867181" y="437998"/>
                  </a:lnTo>
                  <a:lnTo>
                    <a:pt x="910262" y="426055"/>
                  </a:lnTo>
                  <a:lnTo>
                    <a:pt x="953918" y="418669"/>
                  </a:lnTo>
                  <a:lnTo>
                    <a:pt x="965602" y="417996"/>
                  </a:lnTo>
                  <a:lnTo>
                    <a:pt x="965602" y="414284"/>
                  </a:lnTo>
                  <a:lnTo>
                    <a:pt x="910262" y="406225"/>
                  </a:lnTo>
                  <a:lnTo>
                    <a:pt x="867181" y="394280"/>
                  </a:lnTo>
                  <a:lnTo>
                    <a:pt x="824982" y="378075"/>
                  </a:lnTo>
                  <a:lnTo>
                    <a:pt x="783977" y="357908"/>
                  </a:lnTo>
                  <a:lnTo>
                    <a:pt x="744474" y="334079"/>
                  </a:lnTo>
                  <a:lnTo>
                    <a:pt x="706783" y="306888"/>
                  </a:lnTo>
                  <a:lnTo>
                    <a:pt x="671212" y="276632"/>
                  </a:lnTo>
                  <a:lnTo>
                    <a:pt x="638073" y="243610"/>
                  </a:lnTo>
                  <a:lnTo>
                    <a:pt x="607673" y="208123"/>
                  </a:lnTo>
                  <a:lnTo>
                    <a:pt x="580323" y="170467"/>
                  </a:lnTo>
                  <a:lnTo>
                    <a:pt x="556331" y="130944"/>
                  </a:lnTo>
                  <a:lnTo>
                    <a:pt x="536008" y="89850"/>
                  </a:lnTo>
                  <a:lnTo>
                    <a:pt x="519662" y="47486"/>
                  </a:lnTo>
                  <a:lnTo>
                    <a:pt x="507604" y="4151"/>
                  </a:lnTo>
                  <a:lnTo>
                    <a:pt x="506900" y="0"/>
                  </a:lnTo>
                  <a:close/>
                </a:path>
              </a:pathLst>
            </a:custGeom>
            <a:solidFill>
              <a:srgbClr val="36D636"/>
            </a:solidFill>
          </p:spPr>
          <p:txBody>
            <a:bodyPr wrap="square" lIns="0" tIns="0" rIns="0" bIns="0" rtlCol="0"/>
            <a:lstStyle/>
            <a:p>
              <a:endParaRPr/>
            </a:p>
          </p:txBody>
        </p:sp>
        <p:sp>
          <p:nvSpPr>
            <p:cNvPr id="4" name="object 4"/>
            <p:cNvSpPr/>
            <p:nvPr/>
          </p:nvSpPr>
          <p:spPr>
            <a:xfrm>
              <a:off x="17322494" y="0"/>
              <a:ext cx="965835" cy="916305"/>
            </a:xfrm>
            <a:custGeom>
              <a:avLst/>
              <a:gdLst/>
              <a:ahLst/>
              <a:cxnLst/>
              <a:rect l="l" t="t" r="r" b="b"/>
              <a:pathLst>
                <a:path w="965834" h="916305">
                  <a:moveTo>
                    <a:pt x="497446" y="915851"/>
                  </a:moveTo>
                  <a:lnTo>
                    <a:pt x="494912" y="871590"/>
                  </a:lnTo>
                  <a:lnTo>
                    <a:pt x="487512" y="827689"/>
                  </a:lnTo>
                  <a:lnTo>
                    <a:pt x="475551" y="784447"/>
                  </a:lnTo>
                  <a:lnTo>
                    <a:pt x="459335" y="742164"/>
                  </a:lnTo>
                  <a:lnTo>
                    <a:pt x="439169" y="701140"/>
                  </a:lnTo>
                  <a:lnTo>
                    <a:pt x="415356" y="661676"/>
                  </a:lnTo>
                  <a:lnTo>
                    <a:pt x="388202" y="624069"/>
                  </a:lnTo>
                  <a:lnTo>
                    <a:pt x="358013" y="588621"/>
                  </a:lnTo>
                  <a:lnTo>
                    <a:pt x="325092" y="555632"/>
                  </a:lnTo>
                  <a:lnTo>
                    <a:pt x="289746" y="525401"/>
                  </a:lnTo>
                  <a:lnTo>
                    <a:pt x="252278" y="498227"/>
                  </a:lnTo>
                  <a:lnTo>
                    <a:pt x="212993" y="474412"/>
                  </a:lnTo>
                  <a:lnTo>
                    <a:pt x="172198" y="454254"/>
                  </a:lnTo>
                  <a:lnTo>
                    <a:pt x="130196" y="438054"/>
                  </a:lnTo>
                  <a:lnTo>
                    <a:pt x="87292" y="426111"/>
                  </a:lnTo>
                  <a:lnTo>
                    <a:pt x="43792" y="418726"/>
                  </a:lnTo>
                  <a:lnTo>
                    <a:pt x="0" y="416197"/>
                  </a:lnTo>
                  <a:lnTo>
                    <a:pt x="43792" y="413668"/>
                  </a:lnTo>
                  <a:lnTo>
                    <a:pt x="87292" y="406282"/>
                  </a:lnTo>
                  <a:lnTo>
                    <a:pt x="130196" y="394336"/>
                  </a:lnTo>
                  <a:lnTo>
                    <a:pt x="172198" y="378130"/>
                  </a:lnTo>
                  <a:lnTo>
                    <a:pt x="212993" y="357964"/>
                  </a:lnTo>
                  <a:lnTo>
                    <a:pt x="252278" y="334135"/>
                  </a:lnTo>
                  <a:lnTo>
                    <a:pt x="289746" y="306942"/>
                  </a:lnTo>
                  <a:lnTo>
                    <a:pt x="325092" y="276686"/>
                  </a:lnTo>
                  <a:lnTo>
                    <a:pt x="358013" y="243663"/>
                  </a:lnTo>
                  <a:lnTo>
                    <a:pt x="388202" y="208175"/>
                  </a:lnTo>
                  <a:lnTo>
                    <a:pt x="415356" y="170519"/>
                  </a:lnTo>
                  <a:lnTo>
                    <a:pt x="439169" y="130995"/>
                  </a:lnTo>
                  <a:lnTo>
                    <a:pt x="459335" y="89901"/>
                  </a:lnTo>
                  <a:lnTo>
                    <a:pt x="475551" y="47536"/>
                  </a:lnTo>
                  <a:lnTo>
                    <a:pt x="487512" y="4199"/>
                  </a:lnTo>
                  <a:lnTo>
                    <a:pt x="488218" y="0"/>
                  </a:lnTo>
                </a:path>
                <a:path w="965834" h="916305">
                  <a:moveTo>
                    <a:pt x="506756" y="0"/>
                  </a:moveTo>
                  <a:lnTo>
                    <a:pt x="519533" y="47536"/>
                  </a:lnTo>
                  <a:lnTo>
                    <a:pt x="535885" y="89901"/>
                  </a:lnTo>
                  <a:lnTo>
                    <a:pt x="556217" y="130995"/>
                  </a:lnTo>
                  <a:lnTo>
                    <a:pt x="580217" y="170519"/>
                  </a:lnTo>
                  <a:lnTo>
                    <a:pt x="607578" y="208175"/>
                  </a:lnTo>
                  <a:lnTo>
                    <a:pt x="637988" y="243663"/>
                  </a:lnTo>
                  <a:lnTo>
                    <a:pt x="671138" y="276686"/>
                  </a:lnTo>
                  <a:lnTo>
                    <a:pt x="706718" y="306942"/>
                  </a:lnTo>
                  <a:lnTo>
                    <a:pt x="744419" y="334135"/>
                  </a:lnTo>
                  <a:lnTo>
                    <a:pt x="783931" y="357964"/>
                  </a:lnTo>
                  <a:lnTo>
                    <a:pt x="824944" y="378130"/>
                  </a:lnTo>
                  <a:lnTo>
                    <a:pt x="867149" y="394336"/>
                  </a:lnTo>
                  <a:lnTo>
                    <a:pt x="910235" y="406282"/>
                  </a:lnTo>
                  <a:lnTo>
                    <a:pt x="953893" y="413668"/>
                  </a:lnTo>
                  <a:lnTo>
                    <a:pt x="965528" y="414338"/>
                  </a:lnTo>
                </a:path>
                <a:path w="965834" h="916305">
                  <a:moveTo>
                    <a:pt x="965528" y="418056"/>
                  </a:moveTo>
                  <a:lnTo>
                    <a:pt x="910235" y="426111"/>
                  </a:lnTo>
                  <a:lnTo>
                    <a:pt x="867149" y="438054"/>
                  </a:lnTo>
                  <a:lnTo>
                    <a:pt x="824944" y="454254"/>
                  </a:lnTo>
                  <a:lnTo>
                    <a:pt x="783931" y="474412"/>
                  </a:lnTo>
                  <a:lnTo>
                    <a:pt x="744419" y="498227"/>
                  </a:lnTo>
                  <a:lnTo>
                    <a:pt x="706718" y="525401"/>
                  </a:lnTo>
                  <a:lnTo>
                    <a:pt x="671138" y="555632"/>
                  </a:lnTo>
                  <a:lnTo>
                    <a:pt x="637988" y="588621"/>
                  </a:lnTo>
                  <a:lnTo>
                    <a:pt x="607578" y="624069"/>
                  </a:lnTo>
                  <a:lnTo>
                    <a:pt x="580217" y="661676"/>
                  </a:lnTo>
                  <a:lnTo>
                    <a:pt x="556217" y="701140"/>
                  </a:lnTo>
                  <a:lnTo>
                    <a:pt x="535885" y="742164"/>
                  </a:lnTo>
                  <a:lnTo>
                    <a:pt x="519533" y="784447"/>
                  </a:lnTo>
                  <a:lnTo>
                    <a:pt x="507469" y="827689"/>
                  </a:lnTo>
                  <a:lnTo>
                    <a:pt x="500003" y="871590"/>
                  </a:lnTo>
                  <a:lnTo>
                    <a:pt x="497446" y="915851"/>
                  </a:lnTo>
                </a:path>
              </a:pathLst>
            </a:custGeom>
            <a:ln w="18718">
              <a:solidFill>
                <a:srgbClr val="36D636"/>
              </a:solidFill>
            </a:ln>
          </p:spPr>
          <p:txBody>
            <a:bodyPr wrap="square" lIns="0" tIns="0" rIns="0" bIns="0" rtlCol="0"/>
            <a:lstStyle/>
            <a:p>
              <a:endParaRPr/>
            </a:p>
          </p:txBody>
        </p:sp>
        <p:sp>
          <p:nvSpPr>
            <p:cNvPr id="5" name="object 5"/>
            <p:cNvSpPr/>
            <p:nvPr/>
          </p:nvSpPr>
          <p:spPr>
            <a:xfrm>
              <a:off x="17322418" y="840931"/>
              <a:ext cx="965835" cy="1000125"/>
            </a:xfrm>
            <a:custGeom>
              <a:avLst/>
              <a:gdLst/>
              <a:ahLst/>
              <a:cxnLst/>
              <a:rect l="l" t="t" r="r" b="b"/>
              <a:pathLst>
                <a:path w="965834" h="1000125">
                  <a:moveTo>
                    <a:pt x="497585" y="0"/>
                  </a:moveTo>
                  <a:lnTo>
                    <a:pt x="495050" y="44382"/>
                  </a:lnTo>
                  <a:lnTo>
                    <a:pt x="487646" y="88390"/>
                  </a:lnTo>
                  <a:lnTo>
                    <a:pt x="475680" y="131726"/>
                  </a:lnTo>
                  <a:lnTo>
                    <a:pt x="459456" y="174089"/>
                  </a:lnTo>
                  <a:lnTo>
                    <a:pt x="439280" y="215183"/>
                  </a:lnTo>
                  <a:lnTo>
                    <a:pt x="415457" y="254706"/>
                  </a:lnTo>
                  <a:lnTo>
                    <a:pt x="388292" y="292362"/>
                  </a:lnTo>
                  <a:lnTo>
                    <a:pt x="358091" y="327849"/>
                  </a:lnTo>
                  <a:lnTo>
                    <a:pt x="325158" y="360871"/>
                  </a:lnTo>
                  <a:lnTo>
                    <a:pt x="289800" y="391127"/>
                  </a:lnTo>
                  <a:lnTo>
                    <a:pt x="252320" y="418319"/>
                  </a:lnTo>
                  <a:lnTo>
                    <a:pt x="213025" y="442147"/>
                  </a:lnTo>
                  <a:lnTo>
                    <a:pt x="172220" y="462314"/>
                  </a:lnTo>
                  <a:lnTo>
                    <a:pt x="130209" y="478519"/>
                  </a:lnTo>
                  <a:lnTo>
                    <a:pt x="87299" y="490464"/>
                  </a:lnTo>
                  <a:lnTo>
                    <a:pt x="43794" y="497851"/>
                  </a:lnTo>
                  <a:lnTo>
                    <a:pt x="0" y="500379"/>
                  </a:lnTo>
                  <a:lnTo>
                    <a:pt x="43794" y="502908"/>
                  </a:lnTo>
                  <a:lnTo>
                    <a:pt x="87299" y="510294"/>
                  </a:lnTo>
                  <a:lnTo>
                    <a:pt x="130209" y="522237"/>
                  </a:lnTo>
                  <a:lnTo>
                    <a:pt x="172220" y="538438"/>
                  </a:lnTo>
                  <a:lnTo>
                    <a:pt x="213025" y="558596"/>
                  </a:lnTo>
                  <a:lnTo>
                    <a:pt x="252320" y="582412"/>
                  </a:lnTo>
                  <a:lnTo>
                    <a:pt x="289800" y="609586"/>
                  </a:lnTo>
                  <a:lnTo>
                    <a:pt x="325158" y="639819"/>
                  </a:lnTo>
                  <a:lnTo>
                    <a:pt x="358091" y="672809"/>
                  </a:lnTo>
                  <a:lnTo>
                    <a:pt x="388292" y="708258"/>
                  </a:lnTo>
                  <a:lnTo>
                    <a:pt x="415457" y="745865"/>
                  </a:lnTo>
                  <a:lnTo>
                    <a:pt x="439280" y="785332"/>
                  </a:lnTo>
                  <a:lnTo>
                    <a:pt x="459456" y="826357"/>
                  </a:lnTo>
                  <a:lnTo>
                    <a:pt x="475680" y="868641"/>
                  </a:lnTo>
                  <a:lnTo>
                    <a:pt x="487646" y="911884"/>
                  </a:lnTo>
                  <a:lnTo>
                    <a:pt x="495050" y="955786"/>
                  </a:lnTo>
                  <a:lnTo>
                    <a:pt x="497585" y="1000048"/>
                  </a:lnTo>
                  <a:lnTo>
                    <a:pt x="500142" y="955786"/>
                  </a:lnTo>
                  <a:lnTo>
                    <a:pt x="507604" y="911884"/>
                  </a:lnTo>
                  <a:lnTo>
                    <a:pt x="519662" y="868641"/>
                  </a:lnTo>
                  <a:lnTo>
                    <a:pt x="536008" y="826357"/>
                  </a:lnTo>
                  <a:lnTo>
                    <a:pt x="556331" y="785332"/>
                  </a:lnTo>
                  <a:lnTo>
                    <a:pt x="580323" y="745865"/>
                  </a:lnTo>
                  <a:lnTo>
                    <a:pt x="607673" y="708258"/>
                  </a:lnTo>
                  <a:lnTo>
                    <a:pt x="638073" y="672809"/>
                  </a:lnTo>
                  <a:lnTo>
                    <a:pt x="671212" y="639819"/>
                  </a:lnTo>
                  <a:lnTo>
                    <a:pt x="706783" y="609586"/>
                  </a:lnTo>
                  <a:lnTo>
                    <a:pt x="744474" y="582412"/>
                  </a:lnTo>
                  <a:lnTo>
                    <a:pt x="783977" y="558596"/>
                  </a:lnTo>
                  <a:lnTo>
                    <a:pt x="824982" y="538438"/>
                  </a:lnTo>
                  <a:lnTo>
                    <a:pt x="867181" y="522237"/>
                  </a:lnTo>
                  <a:lnTo>
                    <a:pt x="910262" y="510294"/>
                  </a:lnTo>
                  <a:lnTo>
                    <a:pt x="953918" y="502908"/>
                  </a:lnTo>
                  <a:lnTo>
                    <a:pt x="965602" y="502235"/>
                  </a:lnTo>
                  <a:lnTo>
                    <a:pt x="965602" y="498524"/>
                  </a:lnTo>
                  <a:lnTo>
                    <a:pt x="910262" y="490464"/>
                  </a:lnTo>
                  <a:lnTo>
                    <a:pt x="867181" y="478519"/>
                  </a:lnTo>
                  <a:lnTo>
                    <a:pt x="824982" y="462314"/>
                  </a:lnTo>
                  <a:lnTo>
                    <a:pt x="783977" y="442147"/>
                  </a:lnTo>
                  <a:lnTo>
                    <a:pt x="744474" y="418319"/>
                  </a:lnTo>
                  <a:lnTo>
                    <a:pt x="706783" y="391127"/>
                  </a:lnTo>
                  <a:lnTo>
                    <a:pt x="671212" y="360871"/>
                  </a:lnTo>
                  <a:lnTo>
                    <a:pt x="638073" y="327849"/>
                  </a:lnTo>
                  <a:lnTo>
                    <a:pt x="607673" y="292362"/>
                  </a:lnTo>
                  <a:lnTo>
                    <a:pt x="580323" y="254706"/>
                  </a:lnTo>
                  <a:lnTo>
                    <a:pt x="556331" y="215183"/>
                  </a:lnTo>
                  <a:lnTo>
                    <a:pt x="536008" y="174089"/>
                  </a:lnTo>
                  <a:lnTo>
                    <a:pt x="519662" y="131726"/>
                  </a:lnTo>
                  <a:lnTo>
                    <a:pt x="507604" y="88390"/>
                  </a:lnTo>
                  <a:lnTo>
                    <a:pt x="500142" y="44382"/>
                  </a:lnTo>
                  <a:lnTo>
                    <a:pt x="497585" y="0"/>
                  </a:lnTo>
                  <a:close/>
                </a:path>
              </a:pathLst>
            </a:custGeom>
            <a:solidFill>
              <a:srgbClr val="36D636"/>
            </a:solidFill>
          </p:spPr>
          <p:txBody>
            <a:bodyPr wrap="square" lIns="0" tIns="0" rIns="0" bIns="0" rtlCol="0"/>
            <a:lstStyle/>
            <a:p>
              <a:endParaRPr/>
            </a:p>
          </p:txBody>
        </p:sp>
        <p:sp>
          <p:nvSpPr>
            <p:cNvPr id="6" name="object 6"/>
            <p:cNvSpPr/>
            <p:nvPr/>
          </p:nvSpPr>
          <p:spPr>
            <a:xfrm>
              <a:off x="17322494" y="840982"/>
              <a:ext cx="965835" cy="1000125"/>
            </a:xfrm>
            <a:custGeom>
              <a:avLst/>
              <a:gdLst/>
              <a:ahLst/>
              <a:cxnLst/>
              <a:rect l="l" t="t" r="r" b="b"/>
              <a:pathLst>
                <a:path w="965834" h="1000125">
                  <a:moveTo>
                    <a:pt x="497446" y="1000043"/>
                  </a:moveTo>
                  <a:lnTo>
                    <a:pt x="494912" y="955780"/>
                  </a:lnTo>
                  <a:lnTo>
                    <a:pt x="487512" y="911877"/>
                  </a:lnTo>
                  <a:lnTo>
                    <a:pt x="475551" y="868634"/>
                  </a:lnTo>
                  <a:lnTo>
                    <a:pt x="459335" y="826350"/>
                  </a:lnTo>
                  <a:lnTo>
                    <a:pt x="439169" y="785325"/>
                  </a:lnTo>
                  <a:lnTo>
                    <a:pt x="415356" y="745859"/>
                  </a:lnTo>
                  <a:lnTo>
                    <a:pt x="388202" y="708252"/>
                  </a:lnTo>
                  <a:lnTo>
                    <a:pt x="358013" y="672803"/>
                  </a:lnTo>
                  <a:lnTo>
                    <a:pt x="325092" y="639813"/>
                  </a:lnTo>
                  <a:lnTo>
                    <a:pt x="289746" y="609581"/>
                  </a:lnTo>
                  <a:lnTo>
                    <a:pt x="252278" y="582408"/>
                  </a:lnTo>
                  <a:lnTo>
                    <a:pt x="212993" y="558592"/>
                  </a:lnTo>
                  <a:lnTo>
                    <a:pt x="172198" y="538434"/>
                  </a:lnTo>
                  <a:lnTo>
                    <a:pt x="130196" y="522234"/>
                  </a:lnTo>
                  <a:lnTo>
                    <a:pt x="87292" y="510291"/>
                  </a:lnTo>
                  <a:lnTo>
                    <a:pt x="43792" y="502905"/>
                  </a:lnTo>
                  <a:lnTo>
                    <a:pt x="0" y="500377"/>
                  </a:lnTo>
                  <a:lnTo>
                    <a:pt x="43792" y="497848"/>
                  </a:lnTo>
                  <a:lnTo>
                    <a:pt x="87292" y="490462"/>
                  </a:lnTo>
                  <a:lnTo>
                    <a:pt x="130196" y="478516"/>
                  </a:lnTo>
                  <a:lnTo>
                    <a:pt x="172198" y="462310"/>
                  </a:lnTo>
                  <a:lnTo>
                    <a:pt x="212993" y="442144"/>
                  </a:lnTo>
                  <a:lnTo>
                    <a:pt x="252278" y="418315"/>
                  </a:lnTo>
                  <a:lnTo>
                    <a:pt x="289746" y="391123"/>
                  </a:lnTo>
                  <a:lnTo>
                    <a:pt x="325092" y="360867"/>
                  </a:lnTo>
                  <a:lnTo>
                    <a:pt x="358013" y="327845"/>
                  </a:lnTo>
                  <a:lnTo>
                    <a:pt x="388202" y="292357"/>
                  </a:lnTo>
                  <a:lnTo>
                    <a:pt x="415356" y="254702"/>
                  </a:lnTo>
                  <a:lnTo>
                    <a:pt x="439169" y="215179"/>
                  </a:lnTo>
                  <a:lnTo>
                    <a:pt x="459335" y="174086"/>
                  </a:lnTo>
                  <a:lnTo>
                    <a:pt x="475551" y="131723"/>
                  </a:lnTo>
                  <a:lnTo>
                    <a:pt x="487512" y="88388"/>
                  </a:lnTo>
                  <a:lnTo>
                    <a:pt x="494912" y="44380"/>
                  </a:lnTo>
                  <a:lnTo>
                    <a:pt x="497446" y="0"/>
                  </a:lnTo>
                  <a:lnTo>
                    <a:pt x="500003" y="44380"/>
                  </a:lnTo>
                  <a:lnTo>
                    <a:pt x="507469" y="88388"/>
                  </a:lnTo>
                  <a:lnTo>
                    <a:pt x="519533" y="131723"/>
                  </a:lnTo>
                  <a:lnTo>
                    <a:pt x="535885" y="174086"/>
                  </a:lnTo>
                  <a:lnTo>
                    <a:pt x="556217" y="215179"/>
                  </a:lnTo>
                  <a:lnTo>
                    <a:pt x="580217" y="254702"/>
                  </a:lnTo>
                  <a:lnTo>
                    <a:pt x="607578" y="292357"/>
                  </a:lnTo>
                  <a:lnTo>
                    <a:pt x="637988" y="327845"/>
                  </a:lnTo>
                  <a:lnTo>
                    <a:pt x="671138" y="360867"/>
                  </a:lnTo>
                  <a:lnTo>
                    <a:pt x="706718" y="391123"/>
                  </a:lnTo>
                  <a:lnTo>
                    <a:pt x="744419" y="418315"/>
                  </a:lnTo>
                  <a:lnTo>
                    <a:pt x="783931" y="442144"/>
                  </a:lnTo>
                  <a:lnTo>
                    <a:pt x="824944" y="462310"/>
                  </a:lnTo>
                  <a:lnTo>
                    <a:pt x="867149" y="478516"/>
                  </a:lnTo>
                  <a:lnTo>
                    <a:pt x="910235" y="490462"/>
                  </a:lnTo>
                  <a:lnTo>
                    <a:pt x="953893" y="497848"/>
                  </a:lnTo>
                  <a:lnTo>
                    <a:pt x="965528" y="498518"/>
                  </a:lnTo>
                </a:path>
                <a:path w="965834" h="1000125">
                  <a:moveTo>
                    <a:pt x="965528" y="502236"/>
                  </a:moveTo>
                  <a:lnTo>
                    <a:pt x="910235" y="510291"/>
                  </a:lnTo>
                  <a:lnTo>
                    <a:pt x="867149" y="522234"/>
                  </a:lnTo>
                  <a:lnTo>
                    <a:pt x="824944" y="538434"/>
                  </a:lnTo>
                  <a:lnTo>
                    <a:pt x="783931" y="558592"/>
                  </a:lnTo>
                  <a:lnTo>
                    <a:pt x="744419" y="582408"/>
                  </a:lnTo>
                  <a:lnTo>
                    <a:pt x="706718" y="609581"/>
                  </a:lnTo>
                  <a:lnTo>
                    <a:pt x="671138" y="639813"/>
                  </a:lnTo>
                  <a:lnTo>
                    <a:pt x="637988" y="672803"/>
                  </a:lnTo>
                  <a:lnTo>
                    <a:pt x="607578" y="708252"/>
                  </a:lnTo>
                  <a:lnTo>
                    <a:pt x="580217" y="745859"/>
                  </a:lnTo>
                  <a:lnTo>
                    <a:pt x="556217" y="785325"/>
                  </a:lnTo>
                  <a:lnTo>
                    <a:pt x="535885" y="826350"/>
                  </a:lnTo>
                  <a:lnTo>
                    <a:pt x="519533" y="868634"/>
                  </a:lnTo>
                  <a:lnTo>
                    <a:pt x="507469" y="911877"/>
                  </a:lnTo>
                  <a:lnTo>
                    <a:pt x="500003" y="955780"/>
                  </a:lnTo>
                  <a:lnTo>
                    <a:pt x="497446" y="1000043"/>
                  </a:lnTo>
                </a:path>
              </a:pathLst>
            </a:custGeom>
            <a:ln w="18718">
              <a:solidFill>
                <a:srgbClr val="36D636"/>
              </a:solidFill>
            </a:ln>
          </p:spPr>
          <p:txBody>
            <a:bodyPr wrap="square" lIns="0" tIns="0" rIns="0" bIns="0" rtlCol="0"/>
            <a:lstStyle/>
            <a:p>
              <a:endParaRPr/>
            </a:p>
          </p:txBody>
        </p:sp>
        <p:sp>
          <p:nvSpPr>
            <p:cNvPr id="7" name="object 7"/>
            <p:cNvSpPr/>
            <p:nvPr/>
          </p:nvSpPr>
          <p:spPr>
            <a:xfrm>
              <a:off x="17297222" y="0"/>
              <a:ext cx="991235" cy="1841500"/>
            </a:xfrm>
            <a:custGeom>
              <a:avLst/>
              <a:gdLst/>
              <a:ahLst/>
              <a:cxnLst/>
              <a:rect l="l" t="t" r="r" b="b"/>
              <a:pathLst>
                <a:path w="991234" h="1841500">
                  <a:moveTo>
                    <a:pt x="990800" y="1841026"/>
                  </a:moveTo>
                  <a:lnTo>
                    <a:pt x="0" y="1841026"/>
                  </a:lnTo>
                  <a:lnTo>
                    <a:pt x="0" y="0"/>
                  </a:lnTo>
                </a:path>
              </a:pathLst>
            </a:custGeom>
            <a:ln w="38157">
              <a:solidFill>
                <a:srgbClr val="959595"/>
              </a:solidFill>
            </a:ln>
          </p:spPr>
          <p:txBody>
            <a:bodyPr wrap="square" lIns="0" tIns="0" rIns="0" bIns="0" rtlCol="0"/>
            <a:lstStyle/>
            <a:p>
              <a:endParaRPr/>
            </a:p>
          </p:txBody>
        </p:sp>
      </p:grpSp>
      <p:grpSp>
        <p:nvGrpSpPr>
          <p:cNvPr id="8" name="object 8"/>
          <p:cNvGrpSpPr/>
          <p:nvPr/>
        </p:nvGrpSpPr>
        <p:grpSpPr>
          <a:xfrm>
            <a:off x="17591764" y="2317642"/>
            <a:ext cx="459740" cy="459740"/>
            <a:chOff x="17591764" y="2317642"/>
            <a:chExt cx="459740" cy="459740"/>
          </a:xfrm>
        </p:grpSpPr>
        <p:sp>
          <p:nvSpPr>
            <p:cNvPr id="9" name="object 9"/>
            <p:cNvSpPr/>
            <p:nvPr/>
          </p:nvSpPr>
          <p:spPr>
            <a:xfrm>
              <a:off x="17601057" y="2326970"/>
              <a:ext cx="440690" cy="440690"/>
            </a:xfrm>
            <a:custGeom>
              <a:avLst/>
              <a:gdLst/>
              <a:ahLst/>
              <a:cxnLst/>
              <a:rect l="l" t="t" r="r" b="b"/>
              <a:pathLst>
                <a:path w="440690" h="440689">
                  <a:moveTo>
                    <a:pt x="231902" y="0"/>
                  </a:moveTo>
                  <a:lnTo>
                    <a:pt x="208788" y="0"/>
                  </a:lnTo>
                  <a:lnTo>
                    <a:pt x="185801" y="2870"/>
                  </a:lnTo>
                  <a:lnTo>
                    <a:pt x="141097" y="14401"/>
                  </a:lnTo>
                  <a:lnTo>
                    <a:pt x="110236" y="29514"/>
                  </a:lnTo>
                  <a:lnTo>
                    <a:pt x="100076" y="35267"/>
                  </a:lnTo>
                  <a:lnTo>
                    <a:pt x="64770" y="64795"/>
                  </a:lnTo>
                  <a:lnTo>
                    <a:pt x="35306" y="100076"/>
                  </a:lnTo>
                  <a:lnTo>
                    <a:pt x="29591" y="110147"/>
                  </a:lnTo>
                  <a:lnTo>
                    <a:pt x="23749" y="120230"/>
                  </a:lnTo>
                  <a:lnTo>
                    <a:pt x="7239" y="163423"/>
                  </a:lnTo>
                  <a:lnTo>
                    <a:pt x="1524" y="197269"/>
                  </a:lnTo>
                  <a:lnTo>
                    <a:pt x="0" y="208788"/>
                  </a:lnTo>
                  <a:lnTo>
                    <a:pt x="0" y="220306"/>
                  </a:lnTo>
                  <a:lnTo>
                    <a:pt x="0" y="231825"/>
                  </a:lnTo>
                  <a:lnTo>
                    <a:pt x="1524" y="243344"/>
                  </a:lnTo>
                  <a:lnTo>
                    <a:pt x="10795" y="287985"/>
                  </a:lnTo>
                  <a:lnTo>
                    <a:pt x="29591" y="330466"/>
                  </a:lnTo>
                  <a:lnTo>
                    <a:pt x="56896" y="367182"/>
                  </a:lnTo>
                  <a:lnTo>
                    <a:pt x="82169" y="390944"/>
                  </a:lnTo>
                  <a:lnTo>
                    <a:pt x="90805" y="398145"/>
                  </a:lnTo>
                  <a:lnTo>
                    <a:pt x="131064" y="421182"/>
                  </a:lnTo>
                  <a:lnTo>
                    <a:pt x="175006" y="434860"/>
                  </a:lnTo>
                  <a:lnTo>
                    <a:pt x="185801" y="437019"/>
                  </a:lnTo>
                  <a:lnTo>
                    <a:pt x="208788" y="439902"/>
                  </a:lnTo>
                  <a:lnTo>
                    <a:pt x="220345" y="439902"/>
                  </a:lnTo>
                  <a:lnTo>
                    <a:pt x="220345" y="440626"/>
                  </a:lnTo>
                  <a:lnTo>
                    <a:pt x="231902" y="440626"/>
                  </a:lnTo>
                  <a:lnTo>
                    <a:pt x="243332" y="439178"/>
                  </a:lnTo>
                  <a:lnTo>
                    <a:pt x="254889" y="437743"/>
                  </a:lnTo>
                  <a:lnTo>
                    <a:pt x="309626" y="421182"/>
                  </a:lnTo>
                  <a:lnTo>
                    <a:pt x="349250" y="398145"/>
                  </a:lnTo>
                  <a:lnTo>
                    <a:pt x="383794" y="367182"/>
                  </a:lnTo>
                  <a:lnTo>
                    <a:pt x="390906" y="358546"/>
                  </a:lnTo>
                  <a:lnTo>
                    <a:pt x="398145" y="349910"/>
                  </a:lnTo>
                  <a:lnTo>
                    <a:pt x="421259" y="309587"/>
                  </a:lnTo>
                  <a:lnTo>
                    <a:pt x="434848" y="265671"/>
                  </a:lnTo>
                  <a:lnTo>
                    <a:pt x="437007" y="254863"/>
                  </a:lnTo>
                  <a:lnTo>
                    <a:pt x="438531" y="243344"/>
                  </a:lnTo>
                  <a:lnTo>
                    <a:pt x="439928" y="231825"/>
                  </a:lnTo>
                  <a:lnTo>
                    <a:pt x="439928" y="220306"/>
                  </a:lnTo>
                  <a:lnTo>
                    <a:pt x="440690" y="220306"/>
                  </a:lnTo>
                  <a:lnTo>
                    <a:pt x="440690" y="208788"/>
                  </a:lnTo>
                  <a:lnTo>
                    <a:pt x="439166" y="197269"/>
                  </a:lnTo>
                  <a:lnTo>
                    <a:pt x="437769" y="185750"/>
                  </a:lnTo>
                  <a:lnTo>
                    <a:pt x="426212" y="141109"/>
                  </a:lnTo>
                  <a:lnTo>
                    <a:pt x="411099" y="110147"/>
                  </a:lnTo>
                  <a:lnTo>
                    <a:pt x="405384" y="100076"/>
                  </a:lnTo>
                  <a:lnTo>
                    <a:pt x="398907" y="90716"/>
                  </a:lnTo>
                  <a:lnTo>
                    <a:pt x="391668" y="81356"/>
                  </a:lnTo>
                  <a:lnTo>
                    <a:pt x="383794" y="72707"/>
                  </a:lnTo>
                  <a:lnTo>
                    <a:pt x="375793" y="64795"/>
                  </a:lnTo>
                  <a:lnTo>
                    <a:pt x="367919" y="56870"/>
                  </a:lnTo>
                  <a:lnTo>
                    <a:pt x="359283" y="48958"/>
                  </a:lnTo>
                  <a:lnTo>
                    <a:pt x="349885" y="41757"/>
                  </a:lnTo>
                  <a:lnTo>
                    <a:pt x="340614" y="35267"/>
                  </a:lnTo>
                  <a:lnTo>
                    <a:pt x="330454" y="29514"/>
                  </a:lnTo>
                  <a:lnTo>
                    <a:pt x="320421" y="23749"/>
                  </a:lnTo>
                  <a:lnTo>
                    <a:pt x="277241" y="7188"/>
                  </a:lnTo>
                  <a:lnTo>
                    <a:pt x="254889" y="2870"/>
                  </a:lnTo>
                  <a:lnTo>
                    <a:pt x="231902" y="0"/>
                  </a:lnTo>
                  <a:close/>
                </a:path>
              </a:pathLst>
            </a:custGeom>
            <a:solidFill>
              <a:srgbClr val="959595"/>
            </a:solidFill>
          </p:spPr>
          <p:txBody>
            <a:bodyPr wrap="square" lIns="0" tIns="0" rIns="0" bIns="0" rtlCol="0"/>
            <a:lstStyle/>
            <a:p>
              <a:endParaRPr/>
            </a:p>
          </p:txBody>
        </p:sp>
        <p:sp>
          <p:nvSpPr>
            <p:cNvPr id="10" name="object 10"/>
            <p:cNvSpPr/>
            <p:nvPr/>
          </p:nvSpPr>
          <p:spPr>
            <a:xfrm>
              <a:off x="17601124" y="2327001"/>
              <a:ext cx="440690" cy="440690"/>
            </a:xfrm>
            <a:custGeom>
              <a:avLst/>
              <a:gdLst/>
              <a:ahLst/>
              <a:cxnLst/>
              <a:rect l="l" t="t" r="r" b="b"/>
              <a:pathLst>
                <a:path w="440690" h="440689">
                  <a:moveTo>
                    <a:pt x="0" y="220311"/>
                  </a:moveTo>
                  <a:lnTo>
                    <a:pt x="0" y="208792"/>
                  </a:lnTo>
                  <a:lnTo>
                    <a:pt x="1396" y="197273"/>
                  </a:lnTo>
                  <a:lnTo>
                    <a:pt x="2793" y="185753"/>
                  </a:lnTo>
                  <a:lnTo>
                    <a:pt x="14350" y="141112"/>
                  </a:lnTo>
                  <a:lnTo>
                    <a:pt x="35305" y="100077"/>
                  </a:lnTo>
                  <a:lnTo>
                    <a:pt x="64768" y="64796"/>
                  </a:lnTo>
                  <a:lnTo>
                    <a:pt x="100073" y="35281"/>
                  </a:lnTo>
                  <a:lnTo>
                    <a:pt x="141093" y="14402"/>
                  </a:lnTo>
                  <a:lnTo>
                    <a:pt x="185669" y="2882"/>
                  </a:lnTo>
                  <a:lnTo>
                    <a:pt x="197226" y="1447"/>
                  </a:lnTo>
                  <a:lnTo>
                    <a:pt x="208782" y="0"/>
                  </a:lnTo>
                  <a:lnTo>
                    <a:pt x="220212" y="0"/>
                  </a:lnTo>
                  <a:lnTo>
                    <a:pt x="231769" y="0"/>
                  </a:lnTo>
                  <a:lnTo>
                    <a:pt x="243325" y="1447"/>
                  </a:lnTo>
                  <a:lnTo>
                    <a:pt x="288663" y="10807"/>
                  </a:lnTo>
                  <a:lnTo>
                    <a:pt x="330445" y="29515"/>
                  </a:lnTo>
                  <a:lnTo>
                    <a:pt x="367909" y="56884"/>
                  </a:lnTo>
                  <a:lnTo>
                    <a:pt x="398770" y="90717"/>
                  </a:lnTo>
                  <a:lnTo>
                    <a:pt x="421883" y="131041"/>
                  </a:lnTo>
                  <a:lnTo>
                    <a:pt x="435472" y="174234"/>
                  </a:lnTo>
                  <a:lnTo>
                    <a:pt x="440551" y="208792"/>
                  </a:lnTo>
                  <a:lnTo>
                    <a:pt x="440551" y="220311"/>
                  </a:lnTo>
                  <a:lnTo>
                    <a:pt x="439789" y="220311"/>
                  </a:lnTo>
                  <a:lnTo>
                    <a:pt x="439789" y="231830"/>
                  </a:lnTo>
                  <a:lnTo>
                    <a:pt x="438393" y="243362"/>
                  </a:lnTo>
                  <a:lnTo>
                    <a:pt x="436996" y="254881"/>
                  </a:lnTo>
                  <a:lnTo>
                    <a:pt x="434837" y="265676"/>
                  </a:lnTo>
                  <a:lnTo>
                    <a:pt x="432678" y="277195"/>
                  </a:lnTo>
                  <a:lnTo>
                    <a:pt x="428995" y="287990"/>
                  </a:lnTo>
                  <a:lnTo>
                    <a:pt x="425439" y="298798"/>
                  </a:lnTo>
                  <a:lnTo>
                    <a:pt x="421121" y="309594"/>
                  </a:lnTo>
                  <a:lnTo>
                    <a:pt x="398135" y="349917"/>
                  </a:lnTo>
                  <a:lnTo>
                    <a:pt x="390896" y="358553"/>
                  </a:lnTo>
                  <a:lnTo>
                    <a:pt x="383657" y="367189"/>
                  </a:lnTo>
                  <a:lnTo>
                    <a:pt x="349114" y="398140"/>
                  </a:lnTo>
                  <a:lnTo>
                    <a:pt x="339716" y="404630"/>
                  </a:lnTo>
                  <a:lnTo>
                    <a:pt x="330445" y="411107"/>
                  </a:lnTo>
                  <a:lnTo>
                    <a:pt x="287901" y="429827"/>
                  </a:lnTo>
                  <a:lnTo>
                    <a:pt x="243325" y="439187"/>
                  </a:lnTo>
                  <a:lnTo>
                    <a:pt x="231769" y="440622"/>
                  </a:lnTo>
                  <a:lnTo>
                    <a:pt x="220212" y="440622"/>
                  </a:lnTo>
                  <a:lnTo>
                    <a:pt x="220212" y="439911"/>
                  </a:lnTo>
                  <a:lnTo>
                    <a:pt x="208782" y="439911"/>
                  </a:lnTo>
                  <a:lnTo>
                    <a:pt x="197226" y="438463"/>
                  </a:lnTo>
                  <a:lnTo>
                    <a:pt x="185669" y="437028"/>
                  </a:lnTo>
                  <a:lnTo>
                    <a:pt x="174874" y="434869"/>
                  </a:lnTo>
                  <a:lnTo>
                    <a:pt x="163444" y="432710"/>
                  </a:lnTo>
                  <a:lnTo>
                    <a:pt x="152650" y="429103"/>
                  </a:lnTo>
                  <a:lnTo>
                    <a:pt x="141855" y="425509"/>
                  </a:lnTo>
                  <a:lnTo>
                    <a:pt x="100708" y="404630"/>
                  </a:lnTo>
                  <a:lnTo>
                    <a:pt x="64768" y="375825"/>
                  </a:lnTo>
                  <a:lnTo>
                    <a:pt x="35940" y="339833"/>
                  </a:lnTo>
                  <a:lnTo>
                    <a:pt x="15112" y="298798"/>
                  </a:lnTo>
                  <a:lnTo>
                    <a:pt x="2793" y="254881"/>
                  </a:lnTo>
                  <a:lnTo>
                    <a:pt x="0" y="231830"/>
                  </a:lnTo>
                  <a:lnTo>
                    <a:pt x="0" y="220311"/>
                  </a:lnTo>
                  <a:close/>
                </a:path>
              </a:pathLst>
            </a:custGeom>
            <a:ln w="18718">
              <a:solidFill>
                <a:srgbClr val="959595"/>
              </a:solidFill>
            </a:ln>
          </p:spPr>
          <p:txBody>
            <a:bodyPr wrap="square" lIns="0" tIns="0" rIns="0" bIns="0" rtlCol="0"/>
            <a:lstStyle/>
            <a:p>
              <a:endParaRPr/>
            </a:p>
          </p:txBody>
        </p:sp>
      </p:grpSp>
      <p:grpSp>
        <p:nvGrpSpPr>
          <p:cNvPr id="11" name="object 11"/>
          <p:cNvGrpSpPr/>
          <p:nvPr/>
        </p:nvGrpSpPr>
        <p:grpSpPr>
          <a:xfrm>
            <a:off x="-9359" y="9760438"/>
            <a:ext cx="595630" cy="535940"/>
            <a:chOff x="-9359" y="9760438"/>
            <a:chExt cx="595630" cy="535940"/>
          </a:xfrm>
        </p:grpSpPr>
        <p:sp>
          <p:nvSpPr>
            <p:cNvPr id="12" name="object 12"/>
            <p:cNvSpPr/>
            <p:nvPr/>
          </p:nvSpPr>
          <p:spPr>
            <a:xfrm>
              <a:off x="0" y="9769798"/>
              <a:ext cx="576580" cy="517525"/>
            </a:xfrm>
            <a:custGeom>
              <a:avLst/>
              <a:gdLst/>
              <a:ahLst/>
              <a:cxnLst/>
              <a:rect l="l" t="t" r="r" b="b"/>
              <a:pathLst>
                <a:path w="576580" h="517525">
                  <a:moveTo>
                    <a:pt x="0" y="0"/>
                  </a:moveTo>
                  <a:lnTo>
                    <a:pt x="0" y="517199"/>
                  </a:lnTo>
                  <a:lnTo>
                    <a:pt x="576456" y="517199"/>
                  </a:lnTo>
                  <a:lnTo>
                    <a:pt x="567352" y="463557"/>
                  </a:lnTo>
                  <a:lnTo>
                    <a:pt x="551512" y="404517"/>
                  </a:lnTo>
                  <a:lnTo>
                    <a:pt x="529912" y="346920"/>
                  </a:lnTo>
                  <a:lnTo>
                    <a:pt x="501834" y="292921"/>
                  </a:lnTo>
                  <a:lnTo>
                    <a:pt x="468713" y="241078"/>
                  </a:lnTo>
                  <a:lnTo>
                    <a:pt x="429835" y="193557"/>
                  </a:lnTo>
                  <a:lnTo>
                    <a:pt x="386636" y="150358"/>
                  </a:lnTo>
                  <a:lnTo>
                    <a:pt x="339115" y="111480"/>
                  </a:lnTo>
                  <a:lnTo>
                    <a:pt x="287997" y="78359"/>
                  </a:lnTo>
                  <a:lnTo>
                    <a:pt x="233278" y="50281"/>
                  </a:lnTo>
                  <a:lnTo>
                    <a:pt x="175676" y="28681"/>
                  </a:lnTo>
                  <a:lnTo>
                    <a:pt x="116636" y="12841"/>
                  </a:lnTo>
                  <a:lnTo>
                    <a:pt x="56157" y="2760"/>
                  </a:lnTo>
                  <a:lnTo>
                    <a:pt x="0" y="0"/>
                  </a:lnTo>
                  <a:close/>
                </a:path>
              </a:pathLst>
            </a:custGeom>
            <a:solidFill>
              <a:srgbClr val="959595"/>
            </a:solidFill>
          </p:spPr>
          <p:txBody>
            <a:bodyPr wrap="square" lIns="0" tIns="0" rIns="0" bIns="0" rtlCol="0"/>
            <a:lstStyle/>
            <a:p>
              <a:endParaRPr/>
            </a:p>
          </p:txBody>
        </p:sp>
        <p:sp>
          <p:nvSpPr>
            <p:cNvPr id="13" name="object 13"/>
            <p:cNvSpPr/>
            <p:nvPr/>
          </p:nvSpPr>
          <p:spPr>
            <a:xfrm>
              <a:off x="0" y="9769798"/>
              <a:ext cx="576580" cy="517525"/>
            </a:xfrm>
            <a:custGeom>
              <a:avLst/>
              <a:gdLst/>
              <a:ahLst/>
              <a:cxnLst/>
              <a:rect l="l" t="t" r="r" b="b"/>
              <a:pathLst>
                <a:path w="576580" h="517525">
                  <a:moveTo>
                    <a:pt x="0" y="0"/>
                  </a:moveTo>
                  <a:lnTo>
                    <a:pt x="56157" y="2760"/>
                  </a:lnTo>
                  <a:lnTo>
                    <a:pt x="116636" y="12841"/>
                  </a:lnTo>
                  <a:lnTo>
                    <a:pt x="175676" y="28681"/>
                  </a:lnTo>
                  <a:lnTo>
                    <a:pt x="233278" y="50281"/>
                  </a:lnTo>
                  <a:lnTo>
                    <a:pt x="287997" y="78359"/>
                  </a:lnTo>
                  <a:lnTo>
                    <a:pt x="339115" y="111480"/>
                  </a:lnTo>
                  <a:lnTo>
                    <a:pt x="386636" y="150358"/>
                  </a:lnTo>
                  <a:lnTo>
                    <a:pt x="429835" y="193557"/>
                  </a:lnTo>
                  <a:lnTo>
                    <a:pt x="468713" y="241078"/>
                  </a:lnTo>
                  <a:lnTo>
                    <a:pt x="501834" y="292921"/>
                  </a:lnTo>
                  <a:lnTo>
                    <a:pt x="529912" y="346920"/>
                  </a:lnTo>
                  <a:lnTo>
                    <a:pt x="551512" y="404517"/>
                  </a:lnTo>
                  <a:lnTo>
                    <a:pt x="567352" y="463557"/>
                  </a:lnTo>
                  <a:lnTo>
                    <a:pt x="573112" y="493799"/>
                  </a:lnTo>
                  <a:lnTo>
                    <a:pt x="576456" y="517199"/>
                  </a:lnTo>
                </a:path>
              </a:pathLst>
            </a:custGeom>
            <a:ln w="18719">
              <a:solidFill>
                <a:srgbClr val="959595"/>
              </a:solidFill>
            </a:ln>
          </p:spPr>
          <p:txBody>
            <a:bodyPr wrap="square" lIns="0" tIns="0" rIns="0" bIns="0" rtlCol="0"/>
            <a:lstStyle/>
            <a:p>
              <a:endParaRPr/>
            </a:p>
          </p:txBody>
        </p:sp>
      </p:grpSp>
      <p:grpSp>
        <p:nvGrpSpPr>
          <p:cNvPr id="14" name="object 14"/>
          <p:cNvGrpSpPr/>
          <p:nvPr/>
        </p:nvGrpSpPr>
        <p:grpSpPr>
          <a:xfrm>
            <a:off x="-69850" y="742289"/>
            <a:ext cx="671195" cy="669290"/>
            <a:chOff x="328317" y="742289"/>
            <a:chExt cx="671195" cy="669290"/>
          </a:xfrm>
        </p:grpSpPr>
        <p:sp>
          <p:nvSpPr>
            <p:cNvPr id="15" name="object 15"/>
            <p:cNvSpPr/>
            <p:nvPr/>
          </p:nvSpPr>
          <p:spPr>
            <a:xfrm>
              <a:off x="337676" y="751675"/>
              <a:ext cx="652780" cy="650240"/>
            </a:xfrm>
            <a:custGeom>
              <a:avLst/>
              <a:gdLst/>
              <a:ahLst/>
              <a:cxnLst/>
              <a:rect l="l" t="t" r="r" b="b"/>
              <a:pathLst>
                <a:path w="652780" h="650240">
                  <a:moveTo>
                    <a:pt x="326101" y="0"/>
                  </a:moveTo>
                  <a:lnTo>
                    <a:pt x="322189" y="44056"/>
                  </a:lnTo>
                  <a:lnTo>
                    <a:pt x="310940" y="87383"/>
                  </a:lnTo>
                  <a:lnTo>
                    <a:pt x="293084" y="129250"/>
                  </a:lnTo>
                  <a:lnTo>
                    <a:pt x="269352" y="168925"/>
                  </a:lnTo>
                  <a:lnTo>
                    <a:pt x="240472" y="205680"/>
                  </a:lnTo>
                  <a:lnTo>
                    <a:pt x="207176" y="238783"/>
                  </a:lnTo>
                  <a:lnTo>
                    <a:pt x="170193" y="267506"/>
                  </a:lnTo>
                  <a:lnTo>
                    <a:pt x="130254" y="291116"/>
                  </a:lnTo>
                  <a:lnTo>
                    <a:pt x="88089" y="308885"/>
                  </a:lnTo>
                  <a:lnTo>
                    <a:pt x="44427" y="320082"/>
                  </a:lnTo>
                  <a:lnTo>
                    <a:pt x="0" y="323977"/>
                  </a:lnTo>
                  <a:lnTo>
                    <a:pt x="44427" y="327905"/>
                  </a:lnTo>
                  <a:lnTo>
                    <a:pt x="88089" y="339198"/>
                  </a:lnTo>
                  <a:lnTo>
                    <a:pt x="130254" y="357116"/>
                  </a:lnTo>
                  <a:lnTo>
                    <a:pt x="170193" y="380917"/>
                  </a:lnTo>
                  <a:lnTo>
                    <a:pt x="207176" y="409863"/>
                  </a:lnTo>
                  <a:lnTo>
                    <a:pt x="240472" y="443213"/>
                  </a:lnTo>
                  <a:lnTo>
                    <a:pt x="269352" y="480227"/>
                  </a:lnTo>
                  <a:lnTo>
                    <a:pt x="293084" y="520165"/>
                  </a:lnTo>
                  <a:lnTo>
                    <a:pt x="310940" y="562288"/>
                  </a:lnTo>
                  <a:lnTo>
                    <a:pt x="322189" y="605854"/>
                  </a:lnTo>
                  <a:lnTo>
                    <a:pt x="326101" y="650125"/>
                  </a:lnTo>
                  <a:lnTo>
                    <a:pt x="329997" y="605854"/>
                  </a:lnTo>
                  <a:lnTo>
                    <a:pt x="341204" y="562288"/>
                  </a:lnTo>
                  <a:lnTo>
                    <a:pt x="359001" y="520165"/>
                  </a:lnTo>
                  <a:lnTo>
                    <a:pt x="382669" y="480227"/>
                  </a:lnTo>
                  <a:lnTo>
                    <a:pt x="411487" y="443213"/>
                  </a:lnTo>
                  <a:lnTo>
                    <a:pt x="444735" y="409863"/>
                  </a:lnTo>
                  <a:lnTo>
                    <a:pt x="481692" y="380917"/>
                  </a:lnTo>
                  <a:lnTo>
                    <a:pt x="521638" y="357116"/>
                  </a:lnTo>
                  <a:lnTo>
                    <a:pt x="563852" y="339198"/>
                  </a:lnTo>
                  <a:lnTo>
                    <a:pt x="607614" y="327905"/>
                  </a:lnTo>
                  <a:lnTo>
                    <a:pt x="652204" y="323977"/>
                  </a:lnTo>
                  <a:lnTo>
                    <a:pt x="607614" y="320082"/>
                  </a:lnTo>
                  <a:lnTo>
                    <a:pt x="563852" y="308885"/>
                  </a:lnTo>
                  <a:lnTo>
                    <a:pt x="521638" y="291116"/>
                  </a:lnTo>
                  <a:lnTo>
                    <a:pt x="481692" y="267506"/>
                  </a:lnTo>
                  <a:lnTo>
                    <a:pt x="444735" y="238783"/>
                  </a:lnTo>
                  <a:lnTo>
                    <a:pt x="411487" y="205680"/>
                  </a:lnTo>
                  <a:lnTo>
                    <a:pt x="382669" y="168925"/>
                  </a:lnTo>
                  <a:lnTo>
                    <a:pt x="359001" y="129250"/>
                  </a:lnTo>
                  <a:lnTo>
                    <a:pt x="341204" y="87383"/>
                  </a:lnTo>
                  <a:lnTo>
                    <a:pt x="329997" y="44056"/>
                  </a:lnTo>
                  <a:lnTo>
                    <a:pt x="326101" y="0"/>
                  </a:lnTo>
                  <a:close/>
                </a:path>
              </a:pathLst>
            </a:custGeom>
            <a:solidFill>
              <a:srgbClr val="36D636"/>
            </a:solidFill>
          </p:spPr>
          <p:txBody>
            <a:bodyPr wrap="square" lIns="0" tIns="0" rIns="0" bIns="0" rtlCol="0"/>
            <a:lstStyle/>
            <a:p>
              <a:endParaRPr/>
            </a:p>
          </p:txBody>
        </p:sp>
        <p:sp>
          <p:nvSpPr>
            <p:cNvPr id="16" name="object 16"/>
            <p:cNvSpPr/>
            <p:nvPr/>
          </p:nvSpPr>
          <p:spPr>
            <a:xfrm>
              <a:off x="337676" y="751648"/>
              <a:ext cx="652780" cy="650240"/>
            </a:xfrm>
            <a:custGeom>
              <a:avLst/>
              <a:gdLst/>
              <a:ahLst/>
              <a:cxnLst/>
              <a:rect l="l" t="t" r="r" b="b"/>
              <a:pathLst>
                <a:path w="652780" h="650240">
                  <a:moveTo>
                    <a:pt x="0" y="323983"/>
                  </a:moveTo>
                  <a:lnTo>
                    <a:pt x="44427" y="320088"/>
                  </a:lnTo>
                  <a:lnTo>
                    <a:pt x="88089" y="308891"/>
                  </a:lnTo>
                  <a:lnTo>
                    <a:pt x="130254" y="291121"/>
                  </a:lnTo>
                  <a:lnTo>
                    <a:pt x="170193" y="267510"/>
                  </a:lnTo>
                  <a:lnTo>
                    <a:pt x="207176" y="238786"/>
                  </a:lnTo>
                  <a:lnTo>
                    <a:pt x="240472" y="205682"/>
                  </a:lnTo>
                  <a:lnTo>
                    <a:pt x="269352" y="168926"/>
                  </a:lnTo>
                  <a:lnTo>
                    <a:pt x="293085" y="129249"/>
                  </a:lnTo>
                  <a:lnTo>
                    <a:pt x="310941" y="87383"/>
                  </a:lnTo>
                  <a:lnTo>
                    <a:pt x="322190" y="44056"/>
                  </a:lnTo>
                  <a:lnTo>
                    <a:pt x="326102" y="0"/>
                  </a:lnTo>
                  <a:lnTo>
                    <a:pt x="329997" y="44056"/>
                  </a:lnTo>
                  <a:lnTo>
                    <a:pt x="341204" y="87383"/>
                  </a:lnTo>
                  <a:lnTo>
                    <a:pt x="359002" y="129249"/>
                  </a:lnTo>
                  <a:lnTo>
                    <a:pt x="382670" y="168926"/>
                  </a:lnTo>
                  <a:lnTo>
                    <a:pt x="411488" y="205682"/>
                  </a:lnTo>
                  <a:lnTo>
                    <a:pt x="444735" y="238786"/>
                  </a:lnTo>
                  <a:lnTo>
                    <a:pt x="481692" y="267510"/>
                  </a:lnTo>
                  <a:lnTo>
                    <a:pt x="521638" y="291121"/>
                  </a:lnTo>
                  <a:lnTo>
                    <a:pt x="563852" y="308891"/>
                  </a:lnTo>
                  <a:lnTo>
                    <a:pt x="607614" y="320088"/>
                  </a:lnTo>
                  <a:lnTo>
                    <a:pt x="652204" y="323983"/>
                  </a:lnTo>
                  <a:lnTo>
                    <a:pt x="607614" y="327912"/>
                  </a:lnTo>
                  <a:lnTo>
                    <a:pt x="563852" y="339204"/>
                  </a:lnTo>
                  <a:lnTo>
                    <a:pt x="521638" y="357120"/>
                  </a:lnTo>
                  <a:lnTo>
                    <a:pt x="481692" y="380919"/>
                  </a:lnTo>
                  <a:lnTo>
                    <a:pt x="444735" y="409863"/>
                  </a:lnTo>
                  <a:lnTo>
                    <a:pt x="411488" y="443210"/>
                  </a:lnTo>
                  <a:lnTo>
                    <a:pt x="382670" y="480222"/>
                  </a:lnTo>
                  <a:lnTo>
                    <a:pt x="359002" y="520158"/>
                  </a:lnTo>
                  <a:lnTo>
                    <a:pt x="341204" y="562279"/>
                  </a:lnTo>
                  <a:lnTo>
                    <a:pt x="329997" y="605844"/>
                  </a:lnTo>
                  <a:lnTo>
                    <a:pt x="326102" y="650113"/>
                  </a:lnTo>
                  <a:lnTo>
                    <a:pt x="322190" y="605844"/>
                  </a:lnTo>
                  <a:lnTo>
                    <a:pt x="310941" y="562279"/>
                  </a:lnTo>
                  <a:lnTo>
                    <a:pt x="293085" y="520158"/>
                  </a:lnTo>
                  <a:lnTo>
                    <a:pt x="269352" y="480222"/>
                  </a:lnTo>
                  <a:lnTo>
                    <a:pt x="240472" y="443210"/>
                  </a:lnTo>
                  <a:lnTo>
                    <a:pt x="207176" y="409863"/>
                  </a:lnTo>
                  <a:lnTo>
                    <a:pt x="170193" y="380919"/>
                  </a:lnTo>
                  <a:lnTo>
                    <a:pt x="130254" y="357120"/>
                  </a:lnTo>
                  <a:lnTo>
                    <a:pt x="88089" y="339204"/>
                  </a:lnTo>
                  <a:lnTo>
                    <a:pt x="44427" y="327912"/>
                  </a:lnTo>
                  <a:lnTo>
                    <a:pt x="0" y="323983"/>
                  </a:lnTo>
                  <a:close/>
                </a:path>
              </a:pathLst>
            </a:custGeom>
            <a:ln w="18717">
              <a:solidFill>
                <a:srgbClr val="36D636"/>
              </a:solidFill>
            </a:ln>
          </p:spPr>
          <p:txBody>
            <a:bodyPr wrap="square" lIns="0" tIns="0" rIns="0" bIns="0" rtlCol="0"/>
            <a:lstStyle/>
            <a:p>
              <a:endParaRPr/>
            </a:p>
          </p:txBody>
        </p:sp>
      </p:grpSp>
      <p:sp>
        <p:nvSpPr>
          <p:cNvPr id="18" name="object 18"/>
          <p:cNvSpPr txBox="1">
            <a:spLocks noGrp="1"/>
          </p:cNvSpPr>
          <p:nvPr>
            <p:ph type="title"/>
          </p:nvPr>
        </p:nvSpPr>
        <p:spPr>
          <a:xfrm>
            <a:off x="844550" y="699238"/>
            <a:ext cx="14555470" cy="879475"/>
          </a:xfrm>
          <a:prstGeom prst="rect">
            <a:avLst/>
          </a:prstGeom>
        </p:spPr>
        <p:txBody>
          <a:bodyPr vert="horz" wrap="square" lIns="0" tIns="12700" rIns="0" bIns="0" rtlCol="0">
            <a:spAutoFit/>
          </a:bodyPr>
          <a:lstStyle/>
          <a:p>
            <a:pPr marL="12700">
              <a:lnSpc>
                <a:spcPct val="100000"/>
              </a:lnSpc>
              <a:spcBef>
                <a:spcPts val="100"/>
              </a:spcBef>
            </a:pPr>
            <a:r>
              <a:rPr sz="5600" dirty="0"/>
              <a:t>Project Overview</a:t>
            </a:r>
          </a:p>
        </p:txBody>
      </p:sp>
      <p:pic>
        <p:nvPicPr>
          <p:cNvPr id="27" name="Graphic 26">
            <a:extLst>
              <a:ext uri="{FF2B5EF4-FFF2-40B4-BE49-F238E27FC236}">
                <a16:creationId xmlns:a16="http://schemas.microsoft.com/office/drawing/2014/main" id="{8314F5DE-4497-3851-5B08-6E8DF0717F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2072" y="2052320"/>
            <a:ext cx="17075150" cy="66279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3150" y="9220856"/>
            <a:ext cx="1019175" cy="1016635"/>
            <a:chOff x="7650901" y="609200"/>
            <a:chExt cx="1019175" cy="1016635"/>
          </a:xfrm>
        </p:grpSpPr>
        <p:sp>
          <p:nvSpPr>
            <p:cNvPr id="4" name="object 4"/>
            <p:cNvSpPr/>
            <p:nvPr/>
          </p:nvSpPr>
          <p:spPr>
            <a:xfrm>
              <a:off x="7660221" y="618553"/>
              <a:ext cx="1000125" cy="998219"/>
            </a:xfrm>
            <a:custGeom>
              <a:avLst/>
              <a:gdLst/>
              <a:ahLst/>
              <a:cxnLst/>
              <a:rect l="l" t="t" r="r" b="b"/>
              <a:pathLst>
                <a:path w="1000125" h="998219">
                  <a:moveTo>
                    <a:pt x="499643" y="0"/>
                  </a:moveTo>
                  <a:lnTo>
                    <a:pt x="497115" y="43787"/>
                  </a:lnTo>
                  <a:lnTo>
                    <a:pt x="489730" y="87284"/>
                  </a:lnTo>
                  <a:lnTo>
                    <a:pt x="477787" y="130185"/>
                  </a:lnTo>
                  <a:lnTo>
                    <a:pt x="461588" y="172186"/>
                  </a:lnTo>
                  <a:lnTo>
                    <a:pt x="441432" y="212982"/>
                  </a:lnTo>
                  <a:lnTo>
                    <a:pt x="417617" y="252267"/>
                  </a:lnTo>
                  <a:lnTo>
                    <a:pt x="390445" y="289737"/>
                  </a:lnTo>
                  <a:lnTo>
                    <a:pt x="360215" y="325085"/>
                  </a:lnTo>
                  <a:lnTo>
                    <a:pt x="327227" y="358008"/>
                  </a:lnTo>
                  <a:lnTo>
                    <a:pt x="291780" y="388201"/>
                  </a:lnTo>
                  <a:lnTo>
                    <a:pt x="254175" y="415357"/>
                  </a:lnTo>
                  <a:lnTo>
                    <a:pt x="214711" y="439173"/>
                  </a:lnTo>
                  <a:lnTo>
                    <a:pt x="173688" y="459342"/>
                  </a:lnTo>
                  <a:lnTo>
                    <a:pt x="131405" y="475560"/>
                  </a:lnTo>
                  <a:lnTo>
                    <a:pt x="88163" y="487523"/>
                  </a:lnTo>
                  <a:lnTo>
                    <a:pt x="44261" y="494924"/>
                  </a:lnTo>
                  <a:lnTo>
                    <a:pt x="0" y="497459"/>
                  </a:lnTo>
                  <a:lnTo>
                    <a:pt x="44261" y="500015"/>
                  </a:lnTo>
                  <a:lnTo>
                    <a:pt x="88163" y="507478"/>
                  </a:lnTo>
                  <a:lnTo>
                    <a:pt x="131405" y="519539"/>
                  </a:lnTo>
                  <a:lnTo>
                    <a:pt x="173688" y="535887"/>
                  </a:lnTo>
                  <a:lnTo>
                    <a:pt x="214711" y="556213"/>
                  </a:lnTo>
                  <a:lnTo>
                    <a:pt x="254175" y="580208"/>
                  </a:lnTo>
                  <a:lnTo>
                    <a:pt x="291780" y="607563"/>
                  </a:lnTo>
                  <a:lnTo>
                    <a:pt x="327227" y="637967"/>
                  </a:lnTo>
                  <a:lnTo>
                    <a:pt x="360215" y="671112"/>
                  </a:lnTo>
                  <a:lnTo>
                    <a:pt x="390445" y="706687"/>
                  </a:lnTo>
                  <a:lnTo>
                    <a:pt x="417617" y="744385"/>
                  </a:lnTo>
                  <a:lnTo>
                    <a:pt x="441432" y="783894"/>
                  </a:lnTo>
                  <a:lnTo>
                    <a:pt x="461588" y="824905"/>
                  </a:lnTo>
                  <a:lnTo>
                    <a:pt x="477787" y="867110"/>
                  </a:lnTo>
                  <a:lnTo>
                    <a:pt x="489730" y="910198"/>
                  </a:lnTo>
                  <a:lnTo>
                    <a:pt x="497115" y="953861"/>
                  </a:lnTo>
                  <a:lnTo>
                    <a:pt x="499643" y="997788"/>
                  </a:lnTo>
                  <a:lnTo>
                    <a:pt x="502171" y="953861"/>
                  </a:lnTo>
                  <a:lnTo>
                    <a:pt x="509558" y="910198"/>
                  </a:lnTo>
                  <a:lnTo>
                    <a:pt x="521503" y="867110"/>
                  </a:lnTo>
                  <a:lnTo>
                    <a:pt x="537709" y="824905"/>
                  </a:lnTo>
                  <a:lnTo>
                    <a:pt x="557875" y="783894"/>
                  </a:lnTo>
                  <a:lnTo>
                    <a:pt x="581703" y="744385"/>
                  </a:lnTo>
                  <a:lnTo>
                    <a:pt x="608895" y="706687"/>
                  </a:lnTo>
                  <a:lnTo>
                    <a:pt x="639150" y="671112"/>
                  </a:lnTo>
                  <a:lnTo>
                    <a:pt x="672171" y="637967"/>
                  </a:lnTo>
                  <a:lnTo>
                    <a:pt x="707658" y="607563"/>
                  </a:lnTo>
                  <a:lnTo>
                    <a:pt x="745313" y="580208"/>
                  </a:lnTo>
                  <a:lnTo>
                    <a:pt x="784835" y="556213"/>
                  </a:lnTo>
                  <a:lnTo>
                    <a:pt x="825927" y="535887"/>
                  </a:lnTo>
                  <a:lnTo>
                    <a:pt x="868290" y="519539"/>
                  </a:lnTo>
                  <a:lnTo>
                    <a:pt x="911624" y="507478"/>
                  </a:lnTo>
                  <a:lnTo>
                    <a:pt x="955630" y="500015"/>
                  </a:lnTo>
                  <a:lnTo>
                    <a:pt x="1000010" y="497459"/>
                  </a:lnTo>
                  <a:lnTo>
                    <a:pt x="955630" y="494924"/>
                  </a:lnTo>
                  <a:lnTo>
                    <a:pt x="911624" y="487523"/>
                  </a:lnTo>
                  <a:lnTo>
                    <a:pt x="868290" y="475560"/>
                  </a:lnTo>
                  <a:lnTo>
                    <a:pt x="825927" y="459342"/>
                  </a:lnTo>
                  <a:lnTo>
                    <a:pt x="784835" y="439173"/>
                  </a:lnTo>
                  <a:lnTo>
                    <a:pt x="745313" y="415357"/>
                  </a:lnTo>
                  <a:lnTo>
                    <a:pt x="707658" y="388201"/>
                  </a:lnTo>
                  <a:lnTo>
                    <a:pt x="672171" y="358008"/>
                  </a:lnTo>
                  <a:lnTo>
                    <a:pt x="639150" y="325085"/>
                  </a:lnTo>
                  <a:lnTo>
                    <a:pt x="608895" y="289737"/>
                  </a:lnTo>
                  <a:lnTo>
                    <a:pt x="581703" y="252267"/>
                  </a:lnTo>
                  <a:lnTo>
                    <a:pt x="557875" y="212982"/>
                  </a:lnTo>
                  <a:lnTo>
                    <a:pt x="537709" y="172186"/>
                  </a:lnTo>
                  <a:lnTo>
                    <a:pt x="521503" y="130185"/>
                  </a:lnTo>
                  <a:lnTo>
                    <a:pt x="509558" y="87284"/>
                  </a:lnTo>
                  <a:lnTo>
                    <a:pt x="502171" y="43787"/>
                  </a:lnTo>
                  <a:lnTo>
                    <a:pt x="499643" y="0"/>
                  </a:lnTo>
                  <a:close/>
                </a:path>
              </a:pathLst>
            </a:custGeom>
            <a:solidFill>
              <a:srgbClr val="959595"/>
            </a:solidFill>
          </p:spPr>
          <p:txBody>
            <a:bodyPr wrap="square" lIns="0" tIns="0" rIns="0" bIns="0" rtlCol="0"/>
            <a:lstStyle/>
            <a:p>
              <a:endParaRPr/>
            </a:p>
          </p:txBody>
        </p:sp>
        <p:sp>
          <p:nvSpPr>
            <p:cNvPr id="5" name="object 5"/>
            <p:cNvSpPr/>
            <p:nvPr/>
          </p:nvSpPr>
          <p:spPr>
            <a:xfrm>
              <a:off x="7660261" y="618559"/>
              <a:ext cx="1000125" cy="998219"/>
            </a:xfrm>
            <a:custGeom>
              <a:avLst/>
              <a:gdLst/>
              <a:ahLst/>
              <a:cxnLst/>
              <a:rect l="l" t="t" r="r" b="b"/>
              <a:pathLst>
                <a:path w="1000125" h="998219">
                  <a:moveTo>
                    <a:pt x="0" y="497453"/>
                  </a:moveTo>
                  <a:lnTo>
                    <a:pt x="44259" y="494918"/>
                  </a:lnTo>
                  <a:lnTo>
                    <a:pt x="88158" y="487517"/>
                  </a:lnTo>
                  <a:lnTo>
                    <a:pt x="131399" y="475555"/>
                  </a:lnTo>
                  <a:lnTo>
                    <a:pt x="173680" y="459336"/>
                  </a:lnTo>
                  <a:lnTo>
                    <a:pt x="214703" y="439167"/>
                  </a:lnTo>
                  <a:lnTo>
                    <a:pt x="254167" y="415351"/>
                  </a:lnTo>
                  <a:lnTo>
                    <a:pt x="291772" y="388195"/>
                  </a:lnTo>
                  <a:lnTo>
                    <a:pt x="327219" y="358002"/>
                  </a:lnTo>
                  <a:lnTo>
                    <a:pt x="360207" y="325079"/>
                  </a:lnTo>
                  <a:lnTo>
                    <a:pt x="390437" y="289731"/>
                  </a:lnTo>
                  <a:lnTo>
                    <a:pt x="417610" y="252262"/>
                  </a:lnTo>
                  <a:lnTo>
                    <a:pt x="441425" y="212977"/>
                  </a:lnTo>
                  <a:lnTo>
                    <a:pt x="461582" y="172182"/>
                  </a:lnTo>
                  <a:lnTo>
                    <a:pt x="477781" y="130182"/>
                  </a:lnTo>
                  <a:lnTo>
                    <a:pt x="489724" y="87281"/>
                  </a:lnTo>
                  <a:lnTo>
                    <a:pt x="497109" y="43785"/>
                  </a:lnTo>
                  <a:lnTo>
                    <a:pt x="499637" y="0"/>
                  </a:lnTo>
                  <a:lnTo>
                    <a:pt x="502166" y="43785"/>
                  </a:lnTo>
                  <a:lnTo>
                    <a:pt x="509553" y="87281"/>
                  </a:lnTo>
                  <a:lnTo>
                    <a:pt x="521499" y="130182"/>
                  </a:lnTo>
                  <a:lnTo>
                    <a:pt x="537705" y="172182"/>
                  </a:lnTo>
                  <a:lnTo>
                    <a:pt x="557872" y="212977"/>
                  </a:lnTo>
                  <a:lnTo>
                    <a:pt x="581701" y="252262"/>
                  </a:lnTo>
                  <a:lnTo>
                    <a:pt x="608893" y="289731"/>
                  </a:lnTo>
                  <a:lnTo>
                    <a:pt x="639149" y="325079"/>
                  </a:lnTo>
                  <a:lnTo>
                    <a:pt x="672171" y="358002"/>
                  </a:lnTo>
                  <a:lnTo>
                    <a:pt x="707659" y="388195"/>
                  </a:lnTo>
                  <a:lnTo>
                    <a:pt x="745314" y="415351"/>
                  </a:lnTo>
                  <a:lnTo>
                    <a:pt x="784837" y="439167"/>
                  </a:lnTo>
                  <a:lnTo>
                    <a:pt x="825929" y="459336"/>
                  </a:lnTo>
                  <a:lnTo>
                    <a:pt x="868292" y="475555"/>
                  </a:lnTo>
                  <a:lnTo>
                    <a:pt x="911626" y="487517"/>
                  </a:lnTo>
                  <a:lnTo>
                    <a:pt x="955632" y="494918"/>
                  </a:lnTo>
                  <a:lnTo>
                    <a:pt x="1000012" y="497453"/>
                  </a:lnTo>
                  <a:lnTo>
                    <a:pt x="955632" y="500010"/>
                  </a:lnTo>
                  <a:lnTo>
                    <a:pt x="911626" y="507473"/>
                  </a:lnTo>
                  <a:lnTo>
                    <a:pt x="868292" y="519534"/>
                  </a:lnTo>
                  <a:lnTo>
                    <a:pt x="825929" y="535882"/>
                  </a:lnTo>
                  <a:lnTo>
                    <a:pt x="784837" y="556208"/>
                  </a:lnTo>
                  <a:lnTo>
                    <a:pt x="745314" y="580204"/>
                  </a:lnTo>
                  <a:lnTo>
                    <a:pt x="707659" y="607558"/>
                  </a:lnTo>
                  <a:lnTo>
                    <a:pt x="672171" y="637963"/>
                  </a:lnTo>
                  <a:lnTo>
                    <a:pt x="639149" y="671107"/>
                  </a:lnTo>
                  <a:lnTo>
                    <a:pt x="608893" y="706683"/>
                  </a:lnTo>
                  <a:lnTo>
                    <a:pt x="581701" y="744380"/>
                  </a:lnTo>
                  <a:lnTo>
                    <a:pt x="557872" y="783888"/>
                  </a:lnTo>
                  <a:lnTo>
                    <a:pt x="537705" y="824899"/>
                  </a:lnTo>
                  <a:lnTo>
                    <a:pt x="521499" y="867103"/>
                  </a:lnTo>
                  <a:lnTo>
                    <a:pt x="509553" y="910190"/>
                  </a:lnTo>
                  <a:lnTo>
                    <a:pt x="502166" y="953852"/>
                  </a:lnTo>
                  <a:lnTo>
                    <a:pt x="499637" y="997777"/>
                  </a:lnTo>
                  <a:lnTo>
                    <a:pt x="497109" y="953852"/>
                  </a:lnTo>
                  <a:lnTo>
                    <a:pt x="489724" y="910190"/>
                  </a:lnTo>
                  <a:lnTo>
                    <a:pt x="477781" y="867103"/>
                  </a:lnTo>
                  <a:lnTo>
                    <a:pt x="461582" y="824899"/>
                  </a:lnTo>
                  <a:lnTo>
                    <a:pt x="441425" y="783888"/>
                  </a:lnTo>
                  <a:lnTo>
                    <a:pt x="417610" y="744380"/>
                  </a:lnTo>
                  <a:lnTo>
                    <a:pt x="390437" y="706683"/>
                  </a:lnTo>
                  <a:lnTo>
                    <a:pt x="360207" y="671107"/>
                  </a:lnTo>
                  <a:lnTo>
                    <a:pt x="327219" y="637963"/>
                  </a:lnTo>
                  <a:lnTo>
                    <a:pt x="291772" y="607558"/>
                  </a:lnTo>
                  <a:lnTo>
                    <a:pt x="254167" y="580204"/>
                  </a:lnTo>
                  <a:lnTo>
                    <a:pt x="214703" y="556208"/>
                  </a:lnTo>
                  <a:lnTo>
                    <a:pt x="173680" y="535882"/>
                  </a:lnTo>
                  <a:lnTo>
                    <a:pt x="131399" y="519534"/>
                  </a:lnTo>
                  <a:lnTo>
                    <a:pt x="88158" y="507473"/>
                  </a:lnTo>
                  <a:lnTo>
                    <a:pt x="44259" y="500010"/>
                  </a:lnTo>
                  <a:lnTo>
                    <a:pt x="0" y="497453"/>
                  </a:lnTo>
                  <a:close/>
                </a:path>
              </a:pathLst>
            </a:custGeom>
            <a:ln w="18718">
              <a:solidFill>
                <a:srgbClr val="959595"/>
              </a:solidFill>
            </a:ln>
          </p:spPr>
          <p:txBody>
            <a:bodyPr wrap="square" lIns="0" tIns="0" rIns="0" bIns="0" rtlCol="0"/>
            <a:lstStyle/>
            <a:p>
              <a:endParaRPr/>
            </a:p>
          </p:txBody>
        </p:sp>
      </p:grpSp>
      <p:grpSp>
        <p:nvGrpSpPr>
          <p:cNvPr id="6" name="object 6"/>
          <p:cNvGrpSpPr/>
          <p:nvPr/>
        </p:nvGrpSpPr>
        <p:grpSpPr>
          <a:xfrm>
            <a:off x="16062325" y="-16815"/>
            <a:ext cx="2238375" cy="4457700"/>
            <a:chOff x="10170007" y="0"/>
            <a:chExt cx="2238375" cy="4457700"/>
          </a:xfrm>
        </p:grpSpPr>
        <p:sp>
          <p:nvSpPr>
            <p:cNvPr id="7" name="object 7"/>
            <p:cNvSpPr/>
            <p:nvPr/>
          </p:nvSpPr>
          <p:spPr>
            <a:xfrm>
              <a:off x="10170007" y="0"/>
              <a:ext cx="2238375" cy="4457700"/>
            </a:xfrm>
            <a:custGeom>
              <a:avLst/>
              <a:gdLst/>
              <a:ahLst/>
              <a:cxnLst/>
              <a:rect l="l" t="t" r="r" b="b"/>
              <a:pathLst>
                <a:path w="2238375" h="4457700">
                  <a:moveTo>
                    <a:pt x="582447" y="3351542"/>
                  </a:moveTo>
                  <a:lnTo>
                    <a:pt x="527723" y="3351542"/>
                  </a:lnTo>
                  <a:lnTo>
                    <a:pt x="0" y="3874261"/>
                  </a:lnTo>
                  <a:lnTo>
                    <a:pt x="0" y="4457699"/>
                  </a:lnTo>
                  <a:lnTo>
                    <a:pt x="582447" y="4457699"/>
                  </a:lnTo>
                  <a:lnTo>
                    <a:pt x="582447" y="4428654"/>
                  </a:lnTo>
                  <a:lnTo>
                    <a:pt x="29514" y="4428654"/>
                  </a:lnTo>
                  <a:lnTo>
                    <a:pt x="29514" y="3904500"/>
                  </a:lnTo>
                  <a:lnTo>
                    <a:pt x="1136815" y="3904500"/>
                  </a:lnTo>
                  <a:lnTo>
                    <a:pt x="1136815" y="3874261"/>
                  </a:lnTo>
                  <a:lnTo>
                    <a:pt x="42468" y="3874261"/>
                  </a:lnTo>
                  <a:lnTo>
                    <a:pt x="552208" y="3370262"/>
                  </a:lnTo>
                  <a:lnTo>
                    <a:pt x="582447" y="3370262"/>
                  </a:lnTo>
                  <a:lnTo>
                    <a:pt x="582447" y="3351542"/>
                  </a:lnTo>
                  <a:close/>
                </a:path>
                <a:path w="2238375" h="4457700">
                  <a:moveTo>
                    <a:pt x="582447" y="3904500"/>
                  </a:moveTo>
                  <a:lnTo>
                    <a:pt x="552208" y="3904500"/>
                  </a:lnTo>
                  <a:lnTo>
                    <a:pt x="552208" y="4428654"/>
                  </a:lnTo>
                  <a:lnTo>
                    <a:pt x="582447" y="4428654"/>
                  </a:lnTo>
                  <a:lnTo>
                    <a:pt x="582447" y="3904500"/>
                  </a:lnTo>
                  <a:close/>
                </a:path>
                <a:path w="2238375" h="4457700">
                  <a:moveTo>
                    <a:pt x="582447" y="3370262"/>
                  </a:moveTo>
                  <a:lnTo>
                    <a:pt x="552208" y="3370262"/>
                  </a:lnTo>
                  <a:lnTo>
                    <a:pt x="552208" y="3874261"/>
                  </a:lnTo>
                  <a:lnTo>
                    <a:pt x="582447" y="3874261"/>
                  </a:lnTo>
                  <a:lnTo>
                    <a:pt x="582447" y="3370262"/>
                  </a:lnTo>
                  <a:close/>
                </a:path>
                <a:path w="2238375" h="4457700">
                  <a:moveTo>
                    <a:pt x="1136815" y="2245639"/>
                  </a:moveTo>
                  <a:lnTo>
                    <a:pt x="1106576" y="2245639"/>
                  </a:lnTo>
                  <a:lnTo>
                    <a:pt x="1106576" y="2768358"/>
                  </a:lnTo>
                  <a:lnTo>
                    <a:pt x="0" y="2768358"/>
                  </a:lnTo>
                  <a:lnTo>
                    <a:pt x="0" y="3351542"/>
                  </a:lnTo>
                  <a:lnTo>
                    <a:pt x="1106576" y="3351542"/>
                  </a:lnTo>
                  <a:lnTo>
                    <a:pt x="1106576" y="3874261"/>
                  </a:lnTo>
                  <a:lnTo>
                    <a:pt x="1136815" y="3874261"/>
                  </a:lnTo>
                  <a:lnTo>
                    <a:pt x="1136815" y="3321303"/>
                  </a:lnTo>
                  <a:lnTo>
                    <a:pt x="29514" y="3321303"/>
                  </a:lnTo>
                  <a:lnTo>
                    <a:pt x="29514" y="2797162"/>
                  </a:lnTo>
                  <a:lnTo>
                    <a:pt x="1136815" y="2797162"/>
                  </a:lnTo>
                  <a:lnTo>
                    <a:pt x="1136815" y="2791396"/>
                  </a:lnTo>
                  <a:lnTo>
                    <a:pt x="1179121" y="2749638"/>
                  </a:lnTo>
                  <a:lnTo>
                    <a:pt x="1136815" y="2749638"/>
                  </a:lnTo>
                  <a:lnTo>
                    <a:pt x="1136815" y="2245639"/>
                  </a:lnTo>
                  <a:close/>
                </a:path>
                <a:path w="2238375" h="4457700">
                  <a:moveTo>
                    <a:pt x="582447" y="2797162"/>
                  </a:moveTo>
                  <a:lnTo>
                    <a:pt x="552208" y="2797162"/>
                  </a:lnTo>
                  <a:lnTo>
                    <a:pt x="552208" y="3321303"/>
                  </a:lnTo>
                  <a:lnTo>
                    <a:pt x="602602" y="3321303"/>
                  </a:lnTo>
                  <a:lnTo>
                    <a:pt x="625829" y="3298266"/>
                  </a:lnTo>
                  <a:lnTo>
                    <a:pt x="582447" y="3298266"/>
                  </a:lnTo>
                  <a:lnTo>
                    <a:pt x="582447" y="2797162"/>
                  </a:lnTo>
                  <a:close/>
                </a:path>
                <a:path w="2238375" h="4457700">
                  <a:moveTo>
                    <a:pt x="1131061" y="2797162"/>
                  </a:moveTo>
                  <a:lnTo>
                    <a:pt x="1087856" y="2797162"/>
                  </a:lnTo>
                  <a:lnTo>
                    <a:pt x="582447" y="3298266"/>
                  </a:lnTo>
                  <a:lnTo>
                    <a:pt x="625829" y="3298266"/>
                  </a:lnTo>
                  <a:lnTo>
                    <a:pt x="1131061" y="2797162"/>
                  </a:lnTo>
                  <a:close/>
                </a:path>
                <a:path w="2238375" h="4457700">
                  <a:moveTo>
                    <a:pt x="1689747" y="1691258"/>
                  </a:moveTo>
                  <a:lnTo>
                    <a:pt x="1660944" y="1691258"/>
                  </a:lnTo>
                  <a:lnTo>
                    <a:pt x="1660944" y="2215400"/>
                  </a:lnTo>
                  <a:lnTo>
                    <a:pt x="552208" y="2215400"/>
                  </a:lnTo>
                  <a:lnTo>
                    <a:pt x="552208" y="2768358"/>
                  </a:lnTo>
                  <a:lnTo>
                    <a:pt x="582447" y="2768358"/>
                  </a:lnTo>
                  <a:lnTo>
                    <a:pt x="582447" y="2245639"/>
                  </a:lnTo>
                  <a:lnTo>
                    <a:pt x="1689747" y="2245639"/>
                  </a:lnTo>
                  <a:lnTo>
                    <a:pt x="1689747" y="1691258"/>
                  </a:lnTo>
                  <a:close/>
                </a:path>
                <a:path w="2238375" h="4457700">
                  <a:moveTo>
                    <a:pt x="1689747" y="2245639"/>
                  </a:moveTo>
                  <a:lnTo>
                    <a:pt x="1646554" y="2245639"/>
                  </a:lnTo>
                  <a:lnTo>
                    <a:pt x="1136815" y="2749638"/>
                  </a:lnTo>
                  <a:lnTo>
                    <a:pt x="1179121" y="2749638"/>
                  </a:lnTo>
                  <a:lnTo>
                    <a:pt x="1689747" y="2245639"/>
                  </a:lnTo>
                  <a:close/>
                </a:path>
                <a:path w="2238375" h="4457700">
                  <a:moveTo>
                    <a:pt x="2238374" y="0"/>
                  </a:moveTo>
                  <a:lnTo>
                    <a:pt x="1660944" y="0"/>
                  </a:lnTo>
                  <a:lnTo>
                    <a:pt x="1106576" y="553669"/>
                  </a:lnTo>
                  <a:lnTo>
                    <a:pt x="1106576" y="1136865"/>
                  </a:lnTo>
                  <a:lnTo>
                    <a:pt x="2212441" y="1136865"/>
                  </a:lnTo>
                  <a:lnTo>
                    <a:pt x="2212441" y="1661020"/>
                  </a:lnTo>
                  <a:lnTo>
                    <a:pt x="1106576" y="1661020"/>
                  </a:lnTo>
                  <a:lnTo>
                    <a:pt x="1106576" y="2215400"/>
                  </a:lnTo>
                  <a:lnTo>
                    <a:pt x="1136815" y="2215400"/>
                  </a:lnTo>
                  <a:lnTo>
                    <a:pt x="1136815" y="1691258"/>
                  </a:lnTo>
                  <a:lnTo>
                    <a:pt x="2238374" y="1691258"/>
                  </a:lnTo>
                  <a:lnTo>
                    <a:pt x="2238374" y="1106627"/>
                  </a:lnTo>
                  <a:lnTo>
                    <a:pt x="1136815" y="1106627"/>
                  </a:lnTo>
                  <a:lnTo>
                    <a:pt x="1136815" y="583907"/>
                  </a:lnTo>
                  <a:lnTo>
                    <a:pt x="2238374" y="583907"/>
                  </a:lnTo>
                  <a:lnTo>
                    <a:pt x="2238374" y="553669"/>
                  </a:lnTo>
                  <a:lnTo>
                    <a:pt x="1148333" y="553669"/>
                  </a:lnTo>
                  <a:lnTo>
                    <a:pt x="1660944" y="42481"/>
                  </a:lnTo>
                  <a:lnTo>
                    <a:pt x="1689747" y="42481"/>
                  </a:lnTo>
                  <a:lnTo>
                    <a:pt x="1689747" y="29514"/>
                  </a:lnTo>
                  <a:lnTo>
                    <a:pt x="2238374" y="29514"/>
                  </a:lnTo>
                  <a:lnTo>
                    <a:pt x="2238374" y="0"/>
                  </a:lnTo>
                  <a:close/>
                </a:path>
                <a:path w="2238375" h="4457700">
                  <a:moveTo>
                    <a:pt x="1689747" y="1136865"/>
                  </a:moveTo>
                  <a:lnTo>
                    <a:pt x="1660944" y="1136865"/>
                  </a:lnTo>
                  <a:lnTo>
                    <a:pt x="1660944" y="1661020"/>
                  </a:lnTo>
                  <a:lnTo>
                    <a:pt x="1689747" y="1661020"/>
                  </a:lnTo>
                  <a:lnTo>
                    <a:pt x="1689747" y="1136865"/>
                  </a:lnTo>
                  <a:close/>
                </a:path>
                <a:path w="2238375" h="4457700">
                  <a:moveTo>
                    <a:pt x="1689747" y="583907"/>
                  </a:moveTo>
                  <a:lnTo>
                    <a:pt x="1660944" y="583907"/>
                  </a:lnTo>
                  <a:lnTo>
                    <a:pt x="1660944" y="1106627"/>
                  </a:lnTo>
                  <a:lnTo>
                    <a:pt x="1689747" y="1106627"/>
                  </a:lnTo>
                  <a:lnTo>
                    <a:pt x="1689747" y="583907"/>
                  </a:lnTo>
                  <a:close/>
                </a:path>
                <a:path w="2238375" h="4457700">
                  <a:moveTo>
                    <a:pt x="1689747" y="42481"/>
                  </a:moveTo>
                  <a:lnTo>
                    <a:pt x="1660944" y="42481"/>
                  </a:lnTo>
                  <a:lnTo>
                    <a:pt x="1660944" y="553669"/>
                  </a:lnTo>
                  <a:lnTo>
                    <a:pt x="1689747" y="553669"/>
                  </a:lnTo>
                  <a:lnTo>
                    <a:pt x="1689747" y="42481"/>
                  </a:lnTo>
                  <a:close/>
                </a:path>
                <a:path w="2238375" h="4457700">
                  <a:moveTo>
                    <a:pt x="2238374" y="29514"/>
                  </a:moveTo>
                  <a:lnTo>
                    <a:pt x="2212441" y="29514"/>
                  </a:lnTo>
                  <a:lnTo>
                    <a:pt x="2212441" y="553669"/>
                  </a:lnTo>
                  <a:lnTo>
                    <a:pt x="2238374" y="553669"/>
                  </a:lnTo>
                  <a:lnTo>
                    <a:pt x="2238374" y="29514"/>
                  </a:lnTo>
                  <a:close/>
                </a:path>
              </a:pathLst>
            </a:custGeom>
            <a:solidFill>
              <a:srgbClr val="36D636"/>
            </a:solidFill>
          </p:spPr>
          <p:txBody>
            <a:bodyPr wrap="square" lIns="0" tIns="0" rIns="0" bIns="0" rtlCol="0"/>
            <a:lstStyle/>
            <a:p>
              <a:endParaRPr dirty="0"/>
            </a:p>
          </p:txBody>
        </p:sp>
        <p:sp>
          <p:nvSpPr>
            <p:cNvPr id="8" name="object 8"/>
            <p:cNvSpPr/>
            <p:nvPr/>
          </p:nvSpPr>
          <p:spPr>
            <a:xfrm>
              <a:off x="10878439" y="3466744"/>
              <a:ext cx="304165" cy="304165"/>
            </a:xfrm>
            <a:custGeom>
              <a:avLst/>
              <a:gdLst/>
              <a:ahLst/>
              <a:cxnLst/>
              <a:rect l="l" t="t" r="r" b="b"/>
              <a:pathLst>
                <a:path w="304165" h="304164">
                  <a:moveTo>
                    <a:pt x="159842" y="0"/>
                  </a:moveTo>
                  <a:lnTo>
                    <a:pt x="144005" y="0"/>
                  </a:lnTo>
                  <a:lnTo>
                    <a:pt x="136080" y="723"/>
                  </a:lnTo>
                  <a:lnTo>
                    <a:pt x="97205" y="10083"/>
                  </a:lnTo>
                  <a:lnTo>
                    <a:pt x="62636" y="28803"/>
                  </a:lnTo>
                  <a:lnTo>
                    <a:pt x="33845" y="56159"/>
                  </a:lnTo>
                  <a:lnTo>
                    <a:pt x="12966" y="89992"/>
                  </a:lnTo>
                  <a:lnTo>
                    <a:pt x="723" y="136080"/>
                  </a:lnTo>
                  <a:lnTo>
                    <a:pt x="0" y="143992"/>
                  </a:lnTo>
                  <a:lnTo>
                    <a:pt x="0" y="151917"/>
                  </a:lnTo>
                  <a:lnTo>
                    <a:pt x="0" y="159842"/>
                  </a:lnTo>
                  <a:lnTo>
                    <a:pt x="723" y="167754"/>
                  </a:lnTo>
                  <a:lnTo>
                    <a:pt x="3606" y="183603"/>
                  </a:lnTo>
                  <a:lnTo>
                    <a:pt x="5041" y="190804"/>
                  </a:lnTo>
                  <a:lnTo>
                    <a:pt x="7924" y="198716"/>
                  </a:lnTo>
                  <a:lnTo>
                    <a:pt x="10083" y="205917"/>
                  </a:lnTo>
                  <a:lnTo>
                    <a:pt x="13690" y="213118"/>
                  </a:lnTo>
                  <a:lnTo>
                    <a:pt x="16560" y="220319"/>
                  </a:lnTo>
                  <a:lnTo>
                    <a:pt x="20878" y="227520"/>
                  </a:lnTo>
                  <a:lnTo>
                    <a:pt x="24485" y="233997"/>
                  </a:lnTo>
                  <a:lnTo>
                    <a:pt x="29527" y="241198"/>
                  </a:lnTo>
                  <a:lnTo>
                    <a:pt x="33845" y="246951"/>
                  </a:lnTo>
                  <a:lnTo>
                    <a:pt x="39598" y="253441"/>
                  </a:lnTo>
                  <a:lnTo>
                    <a:pt x="44640" y="259194"/>
                  </a:lnTo>
                  <a:lnTo>
                    <a:pt x="50406" y="264236"/>
                  </a:lnTo>
                  <a:lnTo>
                    <a:pt x="56883" y="269278"/>
                  </a:lnTo>
                  <a:lnTo>
                    <a:pt x="62636" y="274320"/>
                  </a:lnTo>
                  <a:lnTo>
                    <a:pt x="97917" y="293039"/>
                  </a:lnTo>
                  <a:lnTo>
                    <a:pt x="105117" y="295910"/>
                  </a:lnTo>
                  <a:lnTo>
                    <a:pt x="113042" y="298069"/>
                  </a:lnTo>
                  <a:lnTo>
                    <a:pt x="120243" y="299516"/>
                  </a:lnTo>
                  <a:lnTo>
                    <a:pt x="136080" y="302399"/>
                  </a:lnTo>
                  <a:lnTo>
                    <a:pt x="144005" y="303110"/>
                  </a:lnTo>
                  <a:lnTo>
                    <a:pt x="151917" y="303110"/>
                  </a:lnTo>
                  <a:lnTo>
                    <a:pt x="151917" y="303834"/>
                  </a:lnTo>
                  <a:lnTo>
                    <a:pt x="159842" y="303834"/>
                  </a:lnTo>
                  <a:lnTo>
                    <a:pt x="167754" y="303110"/>
                  </a:lnTo>
                  <a:lnTo>
                    <a:pt x="183603" y="300240"/>
                  </a:lnTo>
                  <a:lnTo>
                    <a:pt x="190792" y="298792"/>
                  </a:lnTo>
                  <a:lnTo>
                    <a:pt x="198716" y="295910"/>
                  </a:lnTo>
                  <a:lnTo>
                    <a:pt x="205917" y="293763"/>
                  </a:lnTo>
                  <a:lnTo>
                    <a:pt x="213118" y="290156"/>
                  </a:lnTo>
                  <a:lnTo>
                    <a:pt x="220319" y="287274"/>
                  </a:lnTo>
                  <a:lnTo>
                    <a:pt x="227520" y="282956"/>
                  </a:lnTo>
                  <a:lnTo>
                    <a:pt x="233997" y="279361"/>
                  </a:lnTo>
                  <a:lnTo>
                    <a:pt x="241198" y="274320"/>
                  </a:lnTo>
                  <a:lnTo>
                    <a:pt x="246951" y="269989"/>
                  </a:lnTo>
                  <a:lnTo>
                    <a:pt x="253428" y="264236"/>
                  </a:lnTo>
                  <a:lnTo>
                    <a:pt x="259194" y="259194"/>
                  </a:lnTo>
                  <a:lnTo>
                    <a:pt x="264236" y="253441"/>
                  </a:lnTo>
                  <a:lnTo>
                    <a:pt x="269278" y="246951"/>
                  </a:lnTo>
                  <a:lnTo>
                    <a:pt x="274320" y="241198"/>
                  </a:lnTo>
                  <a:lnTo>
                    <a:pt x="293027" y="205917"/>
                  </a:lnTo>
                  <a:lnTo>
                    <a:pt x="295910" y="198716"/>
                  </a:lnTo>
                  <a:lnTo>
                    <a:pt x="298069" y="190804"/>
                  </a:lnTo>
                  <a:lnTo>
                    <a:pt x="299516" y="183603"/>
                  </a:lnTo>
                  <a:lnTo>
                    <a:pt x="302387" y="167754"/>
                  </a:lnTo>
                  <a:lnTo>
                    <a:pt x="303110" y="159842"/>
                  </a:lnTo>
                  <a:lnTo>
                    <a:pt x="303110" y="151917"/>
                  </a:lnTo>
                  <a:lnTo>
                    <a:pt x="303834" y="151917"/>
                  </a:lnTo>
                  <a:lnTo>
                    <a:pt x="303834" y="143992"/>
                  </a:lnTo>
                  <a:lnTo>
                    <a:pt x="303110" y="136080"/>
                  </a:lnTo>
                  <a:lnTo>
                    <a:pt x="293751" y="97205"/>
                  </a:lnTo>
                  <a:lnTo>
                    <a:pt x="275031" y="62636"/>
                  </a:lnTo>
                  <a:lnTo>
                    <a:pt x="247675" y="33845"/>
                  </a:lnTo>
                  <a:lnTo>
                    <a:pt x="213829" y="12954"/>
                  </a:lnTo>
                  <a:lnTo>
                    <a:pt x="167754" y="723"/>
                  </a:lnTo>
                  <a:lnTo>
                    <a:pt x="159842" y="0"/>
                  </a:lnTo>
                  <a:close/>
                </a:path>
              </a:pathLst>
            </a:custGeom>
            <a:solidFill>
              <a:srgbClr val="959595"/>
            </a:solidFill>
          </p:spPr>
          <p:txBody>
            <a:bodyPr wrap="square" lIns="0" tIns="0" rIns="0" bIns="0" rtlCol="0"/>
            <a:lstStyle/>
            <a:p>
              <a:endParaRPr/>
            </a:p>
          </p:txBody>
        </p:sp>
        <p:sp>
          <p:nvSpPr>
            <p:cNvPr id="9" name="object 9"/>
            <p:cNvSpPr/>
            <p:nvPr/>
          </p:nvSpPr>
          <p:spPr>
            <a:xfrm>
              <a:off x="10878432" y="3466722"/>
              <a:ext cx="304165" cy="304165"/>
            </a:xfrm>
            <a:custGeom>
              <a:avLst/>
              <a:gdLst/>
              <a:ahLst/>
              <a:cxnLst/>
              <a:rect l="l" t="t" r="r" b="b"/>
              <a:pathLst>
                <a:path w="304165" h="304164">
                  <a:moveTo>
                    <a:pt x="0" y="151920"/>
                  </a:moveTo>
                  <a:lnTo>
                    <a:pt x="0" y="143995"/>
                  </a:lnTo>
                  <a:lnTo>
                    <a:pt x="723" y="136083"/>
                  </a:lnTo>
                  <a:lnTo>
                    <a:pt x="2171" y="128158"/>
                  </a:lnTo>
                  <a:lnTo>
                    <a:pt x="3606" y="120233"/>
                  </a:lnTo>
                  <a:lnTo>
                    <a:pt x="16560" y="82792"/>
                  </a:lnTo>
                  <a:lnTo>
                    <a:pt x="38886" y="50394"/>
                  </a:lnTo>
                  <a:lnTo>
                    <a:pt x="44639" y="44641"/>
                  </a:lnTo>
                  <a:lnTo>
                    <a:pt x="50405" y="38875"/>
                  </a:lnTo>
                  <a:lnTo>
                    <a:pt x="82802" y="16561"/>
                  </a:lnTo>
                  <a:lnTo>
                    <a:pt x="120241" y="3606"/>
                  </a:lnTo>
                  <a:lnTo>
                    <a:pt x="128166" y="2159"/>
                  </a:lnTo>
                  <a:lnTo>
                    <a:pt x="136078" y="723"/>
                  </a:lnTo>
                  <a:lnTo>
                    <a:pt x="144002" y="0"/>
                  </a:lnTo>
                  <a:lnTo>
                    <a:pt x="151914" y="0"/>
                  </a:lnTo>
                  <a:lnTo>
                    <a:pt x="159839" y="0"/>
                  </a:lnTo>
                  <a:lnTo>
                    <a:pt x="167764" y="723"/>
                  </a:lnTo>
                  <a:lnTo>
                    <a:pt x="175676" y="2159"/>
                  </a:lnTo>
                  <a:lnTo>
                    <a:pt x="183600" y="3606"/>
                  </a:lnTo>
                  <a:lnTo>
                    <a:pt x="191512" y="5042"/>
                  </a:lnTo>
                  <a:lnTo>
                    <a:pt x="198713" y="7201"/>
                  </a:lnTo>
                  <a:lnTo>
                    <a:pt x="206638" y="10084"/>
                  </a:lnTo>
                  <a:lnTo>
                    <a:pt x="213838" y="12954"/>
                  </a:lnTo>
                  <a:lnTo>
                    <a:pt x="221039" y="16561"/>
                  </a:lnTo>
                  <a:lnTo>
                    <a:pt x="228240" y="20155"/>
                  </a:lnTo>
                  <a:lnTo>
                    <a:pt x="259189" y="44641"/>
                  </a:lnTo>
                  <a:lnTo>
                    <a:pt x="264955" y="50394"/>
                  </a:lnTo>
                  <a:lnTo>
                    <a:pt x="287269" y="82792"/>
                  </a:lnTo>
                  <a:lnTo>
                    <a:pt x="300235" y="120233"/>
                  </a:lnTo>
                  <a:lnTo>
                    <a:pt x="301670" y="128158"/>
                  </a:lnTo>
                  <a:lnTo>
                    <a:pt x="303118" y="136083"/>
                  </a:lnTo>
                  <a:lnTo>
                    <a:pt x="303829" y="143995"/>
                  </a:lnTo>
                  <a:lnTo>
                    <a:pt x="303829" y="151920"/>
                  </a:lnTo>
                  <a:lnTo>
                    <a:pt x="303118" y="151920"/>
                  </a:lnTo>
                  <a:lnTo>
                    <a:pt x="303118" y="159832"/>
                  </a:lnTo>
                  <a:lnTo>
                    <a:pt x="302394" y="167757"/>
                  </a:lnTo>
                  <a:lnTo>
                    <a:pt x="300946" y="175682"/>
                  </a:lnTo>
                  <a:lnTo>
                    <a:pt x="299511" y="183594"/>
                  </a:lnTo>
                  <a:lnTo>
                    <a:pt x="298076" y="190795"/>
                  </a:lnTo>
                  <a:lnTo>
                    <a:pt x="295917" y="198720"/>
                  </a:lnTo>
                  <a:lnTo>
                    <a:pt x="293034" y="205921"/>
                  </a:lnTo>
                  <a:lnTo>
                    <a:pt x="290151" y="213834"/>
                  </a:lnTo>
                  <a:lnTo>
                    <a:pt x="269273" y="246956"/>
                  </a:lnTo>
                  <a:lnTo>
                    <a:pt x="264231" y="253433"/>
                  </a:lnTo>
                  <a:lnTo>
                    <a:pt x="259189" y="259199"/>
                  </a:lnTo>
                  <a:lnTo>
                    <a:pt x="253436" y="264228"/>
                  </a:lnTo>
                  <a:lnTo>
                    <a:pt x="246960" y="269994"/>
                  </a:lnTo>
                  <a:lnTo>
                    <a:pt x="241194" y="274312"/>
                  </a:lnTo>
                  <a:lnTo>
                    <a:pt x="233993" y="279354"/>
                  </a:lnTo>
                  <a:lnTo>
                    <a:pt x="227516" y="282961"/>
                  </a:lnTo>
                  <a:lnTo>
                    <a:pt x="220315" y="287279"/>
                  </a:lnTo>
                  <a:lnTo>
                    <a:pt x="213115" y="290149"/>
                  </a:lnTo>
                  <a:lnTo>
                    <a:pt x="205914" y="293756"/>
                  </a:lnTo>
                  <a:lnTo>
                    <a:pt x="198713" y="295915"/>
                  </a:lnTo>
                  <a:lnTo>
                    <a:pt x="190801" y="298798"/>
                  </a:lnTo>
                  <a:lnTo>
                    <a:pt x="183600" y="300233"/>
                  </a:lnTo>
                  <a:lnTo>
                    <a:pt x="175676" y="301669"/>
                  </a:lnTo>
                  <a:lnTo>
                    <a:pt x="167764" y="303116"/>
                  </a:lnTo>
                  <a:lnTo>
                    <a:pt x="159839" y="303840"/>
                  </a:lnTo>
                  <a:lnTo>
                    <a:pt x="151914" y="303840"/>
                  </a:lnTo>
                  <a:lnTo>
                    <a:pt x="151914" y="303116"/>
                  </a:lnTo>
                  <a:lnTo>
                    <a:pt x="144002" y="303116"/>
                  </a:lnTo>
                  <a:lnTo>
                    <a:pt x="136078" y="302393"/>
                  </a:lnTo>
                  <a:lnTo>
                    <a:pt x="128166" y="300957"/>
                  </a:lnTo>
                  <a:lnTo>
                    <a:pt x="120241" y="299522"/>
                  </a:lnTo>
                  <a:lnTo>
                    <a:pt x="113040" y="298074"/>
                  </a:lnTo>
                  <a:lnTo>
                    <a:pt x="105128" y="295915"/>
                  </a:lnTo>
                  <a:lnTo>
                    <a:pt x="97928" y="293032"/>
                  </a:lnTo>
                  <a:lnTo>
                    <a:pt x="90003" y="290149"/>
                  </a:lnTo>
                  <a:lnTo>
                    <a:pt x="56882" y="269270"/>
                  </a:lnTo>
                  <a:lnTo>
                    <a:pt x="50405" y="264228"/>
                  </a:lnTo>
                  <a:lnTo>
                    <a:pt x="44639" y="259199"/>
                  </a:lnTo>
                  <a:lnTo>
                    <a:pt x="39597" y="253433"/>
                  </a:lnTo>
                  <a:lnTo>
                    <a:pt x="33844" y="246956"/>
                  </a:lnTo>
                  <a:lnTo>
                    <a:pt x="29526" y="241190"/>
                  </a:lnTo>
                  <a:lnTo>
                    <a:pt x="24485" y="234002"/>
                  </a:lnTo>
                  <a:lnTo>
                    <a:pt x="20891" y="227525"/>
                  </a:lnTo>
                  <a:lnTo>
                    <a:pt x="16560" y="220311"/>
                  </a:lnTo>
                  <a:lnTo>
                    <a:pt x="13690" y="213122"/>
                  </a:lnTo>
                  <a:lnTo>
                    <a:pt x="10083" y="205921"/>
                  </a:lnTo>
                  <a:lnTo>
                    <a:pt x="7924" y="198720"/>
                  </a:lnTo>
                  <a:lnTo>
                    <a:pt x="5041" y="190795"/>
                  </a:lnTo>
                  <a:lnTo>
                    <a:pt x="3606" y="183594"/>
                  </a:lnTo>
                  <a:lnTo>
                    <a:pt x="2171" y="175682"/>
                  </a:lnTo>
                  <a:lnTo>
                    <a:pt x="723" y="167757"/>
                  </a:lnTo>
                  <a:lnTo>
                    <a:pt x="0" y="159832"/>
                  </a:lnTo>
                  <a:lnTo>
                    <a:pt x="0" y="151920"/>
                  </a:lnTo>
                  <a:close/>
                </a:path>
              </a:pathLst>
            </a:custGeom>
            <a:ln w="18719">
              <a:solidFill>
                <a:srgbClr val="959595"/>
              </a:solidFill>
            </a:ln>
          </p:spPr>
          <p:txBody>
            <a:bodyPr wrap="square" lIns="0" tIns="0" rIns="0" bIns="0" rtlCol="0"/>
            <a:lstStyle/>
            <a:p>
              <a:endParaRPr/>
            </a:p>
          </p:txBody>
        </p:sp>
      </p:grpSp>
      <p:sp>
        <p:nvSpPr>
          <p:cNvPr id="10" name="object 10"/>
          <p:cNvSpPr txBox="1">
            <a:spLocks noGrp="1"/>
          </p:cNvSpPr>
          <p:nvPr>
            <p:ph type="title"/>
          </p:nvPr>
        </p:nvSpPr>
        <p:spPr>
          <a:xfrm>
            <a:off x="293406" y="295337"/>
            <a:ext cx="6288405" cy="822325"/>
          </a:xfrm>
          <a:prstGeom prst="rect">
            <a:avLst/>
          </a:prstGeom>
        </p:spPr>
        <p:txBody>
          <a:bodyPr vert="horz" wrap="square" lIns="0" tIns="15875" rIns="0" bIns="0" rtlCol="0">
            <a:spAutoFit/>
          </a:bodyPr>
          <a:lstStyle/>
          <a:p>
            <a:pPr marL="12700" algn="just">
              <a:lnSpc>
                <a:spcPct val="100000"/>
              </a:lnSpc>
              <a:spcBef>
                <a:spcPts val="125"/>
              </a:spcBef>
            </a:pPr>
            <a:r>
              <a:rPr lang="en-US" sz="5200" dirty="0"/>
              <a:t> User Interface</a:t>
            </a:r>
          </a:p>
        </p:txBody>
      </p:sp>
      <p:pic>
        <p:nvPicPr>
          <p:cNvPr id="21" name="Picture 20">
            <a:extLst>
              <a:ext uri="{FF2B5EF4-FFF2-40B4-BE49-F238E27FC236}">
                <a16:creationId xmlns:a16="http://schemas.microsoft.com/office/drawing/2014/main" id="{A04D8411-26E4-A78F-CC49-51DDE3DBB1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350" y="2547835"/>
            <a:ext cx="7995945" cy="4820366"/>
          </a:xfrm>
          <a:prstGeom prst="rect">
            <a:avLst/>
          </a:prstGeom>
        </p:spPr>
      </p:pic>
      <p:pic>
        <p:nvPicPr>
          <p:cNvPr id="27" name="Picture 26">
            <a:extLst>
              <a:ext uri="{FF2B5EF4-FFF2-40B4-BE49-F238E27FC236}">
                <a16:creationId xmlns:a16="http://schemas.microsoft.com/office/drawing/2014/main" id="{83150E06-005E-D812-A12C-EFB5E7E2B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1421" y="1657634"/>
            <a:ext cx="6954529" cy="66164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837259" y="-9360"/>
            <a:ext cx="1460050" cy="2231931"/>
          </a:xfrm>
          <a:prstGeom prst="rect">
            <a:avLst/>
          </a:prstGeom>
        </p:spPr>
      </p:pic>
      <p:grpSp>
        <p:nvGrpSpPr>
          <p:cNvPr id="3" name="object 3"/>
          <p:cNvGrpSpPr/>
          <p:nvPr/>
        </p:nvGrpSpPr>
        <p:grpSpPr>
          <a:xfrm>
            <a:off x="0" y="9223145"/>
            <a:ext cx="2191385" cy="1064260"/>
            <a:chOff x="0" y="9223145"/>
            <a:chExt cx="2191385" cy="1064260"/>
          </a:xfrm>
        </p:grpSpPr>
        <p:sp>
          <p:nvSpPr>
            <p:cNvPr id="4" name="object 4"/>
            <p:cNvSpPr/>
            <p:nvPr/>
          </p:nvSpPr>
          <p:spPr>
            <a:xfrm>
              <a:off x="0" y="9223145"/>
              <a:ext cx="2191385" cy="1064260"/>
            </a:xfrm>
            <a:custGeom>
              <a:avLst/>
              <a:gdLst/>
              <a:ahLst/>
              <a:cxnLst/>
              <a:rect l="l" t="t" r="r" b="b"/>
              <a:pathLst>
                <a:path w="2191385" h="1064259">
                  <a:moveTo>
                    <a:pt x="531315" y="583172"/>
                  </a:moveTo>
                  <a:lnTo>
                    <a:pt x="501074" y="583172"/>
                  </a:lnTo>
                  <a:lnTo>
                    <a:pt x="501074" y="1063852"/>
                  </a:lnTo>
                  <a:lnTo>
                    <a:pt x="531315" y="1063852"/>
                  </a:lnTo>
                  <a:lnTo>
                    <a:pt x="531315" y="583172"/>
                  </a:lnTo>
                  <a:close/>
                </a:path>
                <a:path w="2191385" h="1064259">
                  <a:moveTo>
                    <a:pt x="1085706" y="583172"/>
                  </a:moveTo>
                  <a:lnTo>
                    <a:pt x="1055469" y="583172"/>
                  </a:lnTo>
                  <a:lnTo>
                    <a:pt x="1055469" y="1063852"/>
                  </a:lnTo>
                  <a:lnTo>
                    <a:pt x="1085706" y="1063852"/>
                  </a:lnTo>
                  <a:lnTo>
                    <a:pt x="1085706" y="583172"/>
                  </a:lnTo>
                  <a:close/>
                </a:path>
                <a:path w="2191385" h="1064259">
                  <a:moveTo>
                    <a:pt x="1638655" y="583172"/>
                  </a:moveTo>
                  <a:lnTo>
                    <a:pt x="1608416" y="583172"/>
                  </a:lnTo>
                  <a:lnTo>
                    <a:pt x="1608416" y="1063852"/>
                  </a:lnTo>
                  <a:lnTo>
                    <a:pt x="1638655" y="1063852"/>
                  </a:lnTo>
                  <a:lnTo>
                    <a:pt x="1638655" y="583172"/>
                  </a:lnTo>
                  <a:close/>
                </a:path>
                <a:path w="2191385" h="1064259">
                  <a:moveTo>
                    <a:pt x="1680364" y="41761"/>
                  </a:moveTo>
                  <a:lnTo>
                    <a:pt x="1638655" y="41761"/>
                  </a:lnTo>
                  <a:lnTo>
                    <a:pt x="2149855" y="554374"/>
                  </a:lnTo>
                  <a:lnTo>
                    <a:pt x="0" y="554374"/>
                  </a:lnTo>
                  <a:lnTo>
                    <a:pt x="0" y="583172"/>
                  </a:lnTo>
                  <a:lnTo>
                    <a:pt x="2162809" y="583172"/>
                  </a:lnTo>
                  <a:lnTo>
                    <a:pt x="2162809" y="1063852"/>
                  </a:lnTo>
                  <a:lnTo>
                    <a:pt x="2191143" y="1063852"/>
                  </a:lnTo>
                  <a:lnTo>
                    <a:pt x="2191143" y="553178"/>
                  </a:lnTo>
                  <a:lnTo>
                    <a:pt x="1680364" y="41761"/>
                  </a:lnTo>
                  <a:close/>
                </a:path>
                <a:path w="2191385" h="1064259">
                  <a:moveTo>
                    <a:pt x="531315" y="0"/>
                  </a:moveTo>
                  <a:lnTo>
                    <a:pt x="0" y="0"/>
                  </a:lnTo>
                  <a:lnTo>
                    <a:pt x="0" y="30241"/>
                  </a:lnTo>
                  <a:lnTo>
                    <a:pt x="501074" y="30241"/>
                  </a:lnTo>
                  <a:lnTo>
                    <a:pt x="501074" y="554374"/>
                  </a:lnTo>
                  <a:lnTo>
                    <a:pt x="531315" y="554374"/>
                  </a:lnTo>
                  <a:lnTo>
                    <a:pt x="531315" y="0"/>
                  </a:lnTo>
                  <a:close/>
                </a:path>
                <a:path w="2191385" h="1064259">
                  <a:moveTo>
                    <a:pt x="1638655" y="0"/>
                  </a:moveTo>
                  <a:lnTo>
                    <a:pt x="1055469" y="0"/>
                  </a:lnTo>
                  <a:lnTo>
                    <a:pt x="1055469" y="554374"/>
                  </a:lnTo>
                  <a:lnTo>
                    <a:pt x="1085706" y="554374"/>
                  </a:lnTo>
                  <a:lnTo>
                    <a:pt x="1085706" y="30241"/>
                  </a:lnTo>
                  <a:lnTo>
                    <a:pt x="1668858" y="30241"/>
                  </a:lnTo>
                  <a:lnTo>
                    <a:pt x="1638655" y="0"/>
                  </a:lnTo>
                  <a:close/>
                </a:path>
                <a:path w="2191385" h="1064259">
                  <a:moveTo>
                    <a:pt x="1668858" y="30241"/>
                  </a:moveTo>
                  <a:lnTo>
                    <a:pt x="1608416" y="30241"/>
                  </a:lnTo>
                  <a:lnTo>
                    <a:pt x="1608416" y="554374"/>
                  </a:lnTo>
                  <a:lnTo>
                    <a:pt x="1638655" y="554374"/>
                  </a:lnTo>
                  <a:lnTo>
                    <a:pt x="1638655" y="41761"/>
                  </a:lnTo>
                  <a:lnTo>
                    <a:pt x="1680364" y="41761"/>
                  </a:lnTo>
                  <a:lnTo>
                    <a:pt x="1668858" y="30241"/>
                  </a:lnTo>
                  <a:close/>
                </a:path>
              </a:pathLst>
            </a:custGeom>
            <a:solidFill>
              <a:srgbClr val="36D636"/>
            </a:solidFill>
          </p:spPr>
          <p:txBody>
            <a:bodyPr wrap="square" lIns="0" tIns="0" rIns="0" bIns="0" rtlCol="0"/>
            <a:lstStyle/>
            <a:p>
              <a:endParaRPr/>
            </a:p>
          </p:txBody>
        </p:sp>
        <p:sp>
          <p:nvSpPr>
            <p:cNvPr id="5" name="object 5"/>
            <p:cNvSpPr/>
            <p:nvPr/>
          </p:nvSpPr>
          <p:spPr>
            <a:xfrm>
              <a:off x="1182185" y="9899191"/>
              <a:ext cx="304165" cy="304165"/>
            </a:xfrm>
            <a:custGeom>
              <a:avLst/>
              <a:gdLst/>
              <a:ahLst/>
              <a:cxnLst/>
              <a:rect l="l" t="t" r="r" b="b"/>
              <a:pathLst>
                <a:path w="304165" h="304165">
                  <a:moveTo>
                    <a:pt x="159835" y="0"/>
                  </a:moveTo>
                  <a:lnTo>
                    <a:pt x="143998" y="0"/>
                  </a:lnTo>
                  <a:lnTo>
                    <a:pt x="136074" y="723"/>
                  </a:lnTo>
                  <a:lnTo>
                    <a:pt x="97199" y="10081"/>
                  </a:lnTo>
                  <a:lnTo>
                    <a:pt x="62637" y="28803"/>
                  </a:lnTo>
                  <a:lnTo>
                    <a:pt x="33839" y="56158"/>
                  </a:lnTo>
                  <a:lnTo>
                    <a:pt x="12959" y="89996"/>
                  </a:lnTo>
                  <a:lnTo>
                    <a:pt x="720" y="136074"/>
                  </a:lnTo>
                  <a:lnTo>
                    <a:pt x="0" y="143996"/>
                  </a:lnTo>
                  <a:lnTo>
                    <a:pt x="0" y="151913"/>
                  </a:lnTo>
                  <a:lnTo>
                    <a:pt x="720" y="151913"/>
                  </a:lnTo>
                  <a:lnTo>
                    <a:pt x="720" y="159837"/>
                  </a:lnTo>
                  <a:lnTo>
                    <a:pt x="7918" y="198710"/>
                  </a:lnTo>
                  <a:lnTo>
                    <a:pt x="10800" y="205913"/>
                  </a:lnTo>
                  <a:lnTo>
                    <a:pt x="13677" y="213831"/>
                  </a:lnTo>
                  <a:lnTo>
                    <a:pt x="34557" y="246950"/>
                  </a:lnTo>
                  <a:lnTo>
                    <a:pt x="39598" y="253429"/>
                  </a:lnTo>
                  <a:lnTo>
                    <a:pt x="44639" y="259189"/>
                  </a:lnTo>
                  <a:lnTo>
                    <a:pt x="50398" y="264229"/>
                  </a:lnTo>
                  <a:lnTo>
                    <a:pt x="56878" y="269989"/>
                  </a:lnTo>
                  <a:lnTo>
                    <a:pt x="62637" y="274310"/>
                  </a:lnTo>
                  <a:lnTo>
                    <a:pt x="69841" y="279350"/>
                  </a:lnTo>
                  <a:lnTo>
                    <a:pt x="76319" y="282947"/>
                  </a:lnTo>
                  <a:lnTo>
                    <a:pt x="83517" y="287268"/>
                  </a:lnTo>
                  <a:lnTo>
                    <a:pt x="90722" y="290150"/>
                  </a:lnTo>
                  <a:lnTo>
                    <a:pt x="97923" y="293747"/>
                  </a:lnTo>
                  <a:lnTo>
                    <a:pt x="105124" y="295910"/>
                  </a:lnTo>
                  <a:lnTo>
                    <a:pt x="113036" y="298787"/>
                  </a:lnTo>
                  <a:lnTo>
                    <a:pt x="120237" y="300226"/>
                  </a:lnTo>
                  <a:lnTo>
                    <a:pt x="136074" y="303108"/>
                  </a:lnTo>
                  <a:lnTo>
                    <a:pt x="143998" y="303827"/>
                  </a:lnTo>
                  <a:lnTo>
                    <a:pt x="151923" y="303827"/>
                  </a:lnTo>
                  <a:lnTo>
                    <a:pt x="151923" y="303108"/>
                  </a:lnTo>
                  <a:lnTo>
                    <a:pt x="159835" y="303108"/>
                  </a:lnTo>
                  <a:lnTo>
                    <a:pt x="198710" y="295910"/>
                  </a:lnTo>
                  <a:lnTo>
                    <a:pt x="205924" y="293027"/>
                  </a:lnTo>
                  <a:lnTo>
                    <a:pt x="213836" y="290150"/>
                  </a:lnTo>
                  <a:lnTo>
                    <a:pt x="246957" y="269269"/>
                  </a:lnTo>
                  <a:lnTo>
                    <a:pt x="253434" y="264229"/>
                  </a:lnTo>
                  <a:lnTo>
                    <a:pt x="259200" y="259189"/>
                  </a:lnTo>
                  <a:lnTo>
                    <a:pt x="264229" y="253429"/>
                  </a:lnTo>
                  <a:lnTo>
                    <a:pt x="269995" y="246950"/>
                  </a:lnTo>
                  <a:lnTo>
                    <a:pt x="274313" y="241190"/>
                  </a:lnTo>
                  <a:lnTo>
                    <a:pt x="279355" y="233992"/>
                  </a:lnTo>
                  <a:lnTo>
                    <a:pt x="282962" y="227514"/>
                  </a:lnTo>
                  <a:lnTo>
                    <a:pt x="287267" y="220310"/>
                  </a:lnTo>
                  <a:lnTo>
                    <a:pt x="290150" y="213112"/>
                  </a:lnTo>
                  <a:lnTo>
                    <a:pt x="293757" y="205913"/>
                  </a:lnTo>
                  <a:lnTo>
                    <a:pt x="295916" y="198710"/>
                  </a:lnTo>
                  <a:lnTo>
                    <a:pt x="298799" y="190793"/>
                  </a:lnTo>
                  <a:lnTo>
                    <a:pt x="300234" y="183595"/>
                  </a:lnTo>
                  <a:lnTo>
                    <a:pt x="303117" y="167754"/>
                  </a:lnTo>
                  <a:lnTo>
                    <a:pt x="303828" y="159837"/>
                  </a:lnTo>
                  <a:lnTo>
                    <a:pt x="303828" y="151913"/>
                  </a:lnTo>
                  <a:lnTo>
                    <a:pt x="303828" y="143996"/>
                  </a:lnTo>
                  <a:lnTo>
                    <a:pt x="296640" y="105117"/>
                  </a:lnTo>
                  <a:lnTo>
                    <a:pt x="275037" y="62636"/>
                  </a:lnTo>
                  <a:lnTo>
                    <a:pt x="247681" y="33839"/>
                  </a:lnTo>
                  <a:lnTo>
                    <a:pt x="213836" y="12962"/>
                  </a:lnTo>
                  <a:lnTo>
                    <a:pt x="167760" y="723"/>
                  </a:lnTo>
                  <a:lnTo>
                    <a:pt x="159835" y="0"/>
                  </a:lnTo>
                  <a:close/>
                </a:path>
              </a:pathLst>
            </a:custGeom>
            <a:solidFill>
              <a:srgbClr val="959595"/>
            </a:solidFill>
          </p:spPr>
          <p:txBody>
            <a:bodyPr wrap="square" lIns="0" tIns="0" rIns="0" bIns="0" rtlCol="0"/>
            <a:lstStyle/>
            <a:p>
              <a:endParaRPr/>
            </a:p>
          </p:txBody>
        </p:sp>
        <p:sp>
          <p:nvSpPr>
            <p:cNvPr id="6" name="object 6"/>
            <p:cNvSpPr/>
            <p:nvPr/>
          </p:nvSpPr>
          <p:spPr>
            <a:xfrm>
              <a:off x="1182190" y="9899192"/>
              <a:ext cx="304165" cy="304165"/>
            </a:xfrm>
            <a:custGeom>
              <a:avLst/>
              <a:gdLst/>
              <a:ahLst/>
              <a:cxnLst/>
              <a:rect l="l" t="t" r="r" b="b"/>
              <a:pathLst>
                <a:path w="304165" h="304165">
                  <a:moveTo>
                    <a:pt x="303828" y="151913"/>
                  </a:moveTo>
                  <a:lnTo>
                    <a:pt x="303828" y="143996"/>
                  </a:lnTo>
                  <a:lnTo>
                    <a:pt x="303116" y="136073"/>
                  </a:lnTo>
                  <a:lnTo>
                    <a:pt x="301681" y="128156"/>
                  </a:lnTo>
                  <a:lnTo>
                    <a:pt x="300233" y="120237"/>
                  </a:lnTo>
                  <a:lnTo>
                    <a:pt x="298798" y="112315"/>
                  </a:lnTo>
                  <a:lnTo>
                    <a:pt x="283672" y="75599"/>
                  </a:lnTo>
                  <a:lnTo>
                    <a:pt x="279354" y="69121"/>
                  </a:lnTo>
                  <a:lnTo>
                    <a:pt x="275036" y="62636"/>
                  </a:lnTo>
                  <a:lnTo>
                    <a:pt x="247680" y="33838"/>
                  </a:lnTo>
                  <a:lnTo>
                    <a:pt x="213834" y="12962"/>
                  </a:lnTo>
                  <a:lnTo>
                    <a:pt x="183594" y="3601"/>
                  </a:lnTo>
                  <a:lnTo>
                    <a:pt x="175682" y="2162"/>
                  </a:lnTo>
                  <a:lnTo>
                    <a:pt x="167757" y="723"/>
                  </a:lnTo>
                  <a:lnTo>
                    <a:pt x="159832" y="0"/>
                  </a:lnTo>
                  <a:lnTo>
                    <a:pt x="151920" y="0"/>
                  </a:lnTo>
                  <a:lnTo>
                    <a:pt x="143995" y="0"/>
                  </a:lnTo>
                  <a:lnTo>
                    <a:pt x="136083" y="723"/>
                  </a:lnTo>
                  <a:lnTo>
                    <a:pt x="128158" y="2162"/>
                  </a:lnTo>
                  <a:lnTo>
                    <a:pt x="120233" y="3601"/>
                  </a:lnTo>
                  <a:lnTo>
                    <a:pt x="82798" y="16559"/>
                  </a:lnTo>
                  <a:lnTo>
                    <a:pt x="69121" y="24482"/>
                  </a:lnTo>
                  <a:lnTo>
                    <a:pt x="62637" y="28803"/>
                  </a:lnTo>
                  <a:lnTo>
                    <a:pt x="56157" y="33838"/>
                  </a:lnTo>
                  <a:lnTo>
                    <a:pt x="50398" y="38879"/>
                  </a:lnTo>
                  <a:lnTo>
                    <a:pt x="44638" y="44638"/>
                  </a:lnTo>
                  <a:lnTo>
                    <a:pt x="38879" y="50397"/>
                  </a:lnTo>
                  <a:lnTo>
                    <a:pt x="16559" y="82797"/>
                  </a:lnTo>
                  <a:lnTo>
                    <a:pt x="3601" y="120237"/>
                  </a:lnTo>
                  <a:lnTo>
                    <a:pt x="2157" y="128156"/>
                  </a:lnTo>
                  <a:lnTo>
                    <a:pt x="720" y="136073"/>
                  </a:lnTo>
                  <a:lnTo>
                    <a:pt x="0" y="143996"/>
                  </a:lnTo>
                  <a:lnTo>
                    <a:pt x="0" y="151913"/>
                  </a:lnTo>
                  <a:lnTo>
                    <a:pt x="720" y="151913"/>
                  </a:lnTo>
                  <a:lnTo>
                    <a:pt x="720" y="159835"/>
                  </a:lnTo>
                  <a:lnTo>
                    <a:pt x="7917" y="198709"/>
                  </a:lnTo>
                  <a:lnTo>
                    <a:pt x="10800" y="205913"/>
                  </a:lnTo>
                  <a:lnTo>
                    <a:pt x="13678" y="213831"/>
                  </a:lnTo>
                  <a:lnTo>
                    <a:pt x="34558" y="246949"/>
                  </a:lnTo>
                  <a:lnTo>
                    <a:pt x="39598" y="253429"/>
                  </a:lnTo>
                  <a:lnTo>
                    <a:pt x="44638" y="259188"/>
                  </a:lnTo>
                  <a:lnTo>
                    <a:pt x="50398" y="264229"/>
                  </a:lnTo>
                  <a:lnTo>
                    <a:pt x="56878" y="269988"/>
                  </a:lnTo>
                  <a:lnTo>
                    <a:pt x="62637" y="274309"/>
                  </a:lnTo>
                  <a:lnTo>
                    <a:pt x="69839" y="279350"/>
                  </a:lnTo>
                  <a:lnTo>
                    <a:pt x="76319" y="282946"/>
                  </a:lnTo>
                  <a:lnTo>
                    <a:pt x="83518" y="287267"/>
                  </a:lnTo>
                  <a:lnTo>
                    <a:pt x="90717" y="290150"/>
                  </a:lnTo>
                  <a:lnTo>
                    <a:pt x="97918" y="293746"/>
                  </a:lnTo>
                  <a:lnTo>
                    <a:pt x="105120" y="295909"/>
                  </a:lnTo>
                  <a:lnTo>
                    <a:pt x="143995" y="303827"/>
                  </a:lnTo>
                  <a:lnTo>
                    <a:pt x="151920" y="303827"/>
                  </a:lnTo>
                  <a:lnTo>
                    <a:pt x="151920" y="303108"/>
                  </a:lnTo>
                  <a:lnTo>
                    <a:pt x="159832" y="303108"/>
                  </a:lnTo>
                  <a:lnTo>
                    <a:pt x="167757" y="302388"/>
                  </a:lnTo>
                  <a:lnTo>
                    <a:pt x="175682" y="300945"/>
                  </a:lnTo>
                  <a:lnTo>
                    <a:pt x="183594" y="299506"/>
                  </a:lnTo>
                  <a:lnTo>
                    <a:pt x="190795" y="298067"/>
                  </a:lnTo>
                  <a:lnTo>
                    <a:pt x="198720" y="295909"/>
                  </a:lnTo>
                  <a:lnTo>
                    <a:pt x="205921" y="293027"/>
                  </a:lnTo>
                  <a:lnTo>
                    <a:pt x="213834" y="290150"/>
                  </a:lnTo>
                  <a:lnTo>
                    <a:pt x="246956" y="269269"/>
                  </a:lnTo>
                  <a:lnTo>
                    <a:pt x="253433" y="264229"/>
                  </a:lnTo>
                  <a:lnTo>
                    <a:pt x="259199" y="259188"/>
                  </a:lnTo>
                  <a:lnTo>
                    <a:pt x="264241" y="253429"/>
                  </a:lnTo>
                  <a:lnTo>
                    <a:pt x="269994" y="246949"/>
                  </a:lnTo>
                  <a:lnTo>
                    <a:pt x="274312" y="241190"/>
                  </a:lnTo>
                  <a:lnTo>
                    <a:pt x="279354" y="233992"/>
                  </a:lnTo>
                  <a:lnTo>
                    <a:pt x="282961" y="227512"/>
                  </a:lnTo>
                  <a:lnTo>
                    <a:pt x="287279" y="220309"/>
                  </a:lnTo>
                  <a:lnTo>
                    <a:pt x="290162" y="213111"/>
                  </a:lnTo>
                  <a:lnTo>
                    <a:pt x="293756" y="205913"/>
                  </a:lnTo>
                  <a:lnTo>
                    <a:pt x="295915" y="198709"/>
                  </a:lnTo>
                  <a:lnTo>
                    <a:pt x="303828" y="159835"/>
                  </a:lnTo>
                  <a:lnTo>
                    <a:pt x="303828" y="151913"/>
                  </a:lnTo>
                  <a:close/>
                </a:path>
              </a:pathLst>
            </a:custGeom>
            <a:ln w="18719">
              <a:solidFill>
                <a:srgbClr val="959595"/>
              </a:solidFill>
            </a:ln>
          </p:spPr>
          <p:txBody>
            <a:bodyPr wrap="square" lIns="0" tIns="0" rIns="0" bIns="0" rtlCol="0"/>
            <a:lstStyle/>
            <a:p>
              <a:endParaRPr/>
            </a:p>
          </p:txBody>
        </p:sp>
      </p:grpSp>
      <p:grpSp>
        <p:nvGrpSpPr>
          <p:cNvPr id="7" name="object 7"/>
          <p:cNvGrpSpPr/>
          <p:nvPr/>
        </p:nvGrpSpPr>
        <p:grpSpPr>
          <a:xfrm>
            <a:off x="17146983" y="9223145"/>
            <a:ext cx="1019175" cy="1016635"/>
            <a:chOff x="8634276" y="8106477"/>
            <a:chExt cx="1019175" cy="1016635"/>
          </a:xfrm>
        </p:grpSpPr>
        <p:sp>
          <p:nvSpPr>
            <p:cNvPr id="8" name="object 8"/>
            <p:cNvSpPr/>
            <p:nvPr/>
          </p:nvSpPr>
          <p:spPr>
            <a:xfrm>
              <a:off x="8643594" y="8115833"/>
              <a:ext cx="1000125" cy="998219"/>
            </a:xfrm>
            <a:custGeom>
              <a:avLst/>
              <a:gdLst/>
              <a:ahLst/>
              <a:cxnLst/>
              <a:rect l="l" t="t" r="r" b="b"/>
              <a:pathLst>
                <a:path w="1000125" h="998220">
                  <a:moveTo>
                    <a:pt x="499656" y="0"/>
                  </a:moveTo>
                  <a:lnTo>
                    <a:pt x="497127" y="43787"/>
                  </a:lnTo>
                  <a:lnTo>
                    <a:pt x="489742" y="87284"/>
                  </a:lnTo>
                  <a:lnTo>
                    <a:pt x="477799" y="130185"/>
                  </a:lnTo>
                  <a:lnTo>
                    <a:pt x="461599" y="172186"/>
                  </a:lnTo>
                  <a:lnTo>
                    <a:pt x="441442" y="212982"/>
                  </a:lnTo>
                  <a:lnTo>
                    <a:pt x="417627" y="252267"/>
                  </a:lnTo>
                  <a:lnTo>
                    <a:pt x="390453" y="289737"/>
                  </a:lnTo>
                  <a:lnTo>
                    <a:pt x="360222" y="325085"/>
                  </a:lnTo>
                  <a:lnTo>
                    <a:pt x="327233" y="358008"/>
                  </a:lnTo>
                  <a:lnTo>
                    <a:pt x="291785" y="388201"/>
                  </a:lnTo>
                  <a:lnTo>
                    <a:pt x="254179" y="415357"/>
                  </a:lnTo>
                  <a:lnTo>
                    <a:pt x="214713" y="439173"/>
                  </a:lnTo>
                  <a:lnTo>
                    <a:pt x="173689" y="459342"/>
                  </a:lnTo>
                  <a:lnTo>
                    <a:pt x="131406" y="475560"/>
                  </a:lnTo>
                  <a:lnTo>
                    <a:pt x="88163" y="487523"/>
                  </a:lnTo>
                  <a:lnTo>
                    <a:pt x="44261" y="494924"/>
                  </a:lnTo>
                  <a:lnTo>
                    <a:pt x="0" y="497459"/>
                  </a:lnTo>
                  <a:lnTo>
                    <a:pt x="44261" y="500015"/>
                  </a:lnTo>
                  <a:lnTo>
                    <a:pt x="88163" y="507478"/>
                  </a:lnTo>
                  <a:lnTo>
                    <a:pt x="131406" y="519538"/>
                  </a:lnTo>
                  <a:lnTo>
                    <a:pt x="173689" y="535885"/>
                  </a:lnTo>
                  <a:lnTo>
                    <a:pt x="214713" y="556211"/>
                  </a:lnTo>
                  <a:lnTo>
                    <a:pt x="254179" y="580205"/>
                  </a:lnTo>
                  <a:lnTo>
                    <a:pt x="291785" y="607559"/>
                  </a:lnTo>
                  <a:lnTo>
                    <a:pt x="327233" y="637962"/>
                  </a:lnTo>
                  <a:lnTo>
                    <a:pt x="360222" y="671106"/>
                  </a:lnTo>
                  <a:lnTo>
                    <a:pt x="390453" y="706681"/>
                  </a:lnTo>
                  <a:lnTo>
                    <a:pt x="417627" y="744378"/>
                  </a:lnTo>
                  <a:lnTo>
                    <a:pt x="441442" y="783887"/>
                  </a:lnTo>
                  <a:lnTo>
                    <a:pt x="461599" y="824898"/>
                  </a:lnTo>
                  <a:lnTo>
                    <a:pt x="477799" y="867103"/>
                  </a:lnTo>
                  <a:lnTo>
                    <a:pt x="489742" y="910192"/>
                  </a:lnTo>
                  <a:lnTo>
                    <a:pt x="497127" y="953856"/>
                  </a:lnTo>
                  <a:lnTo>
                    <a:pt x="499656" y="997784"/>
                  </a:lnTo>
                  <a:lnTo>
                    <a:pt x="502184" y="953856"/>
                  </a:lnTo>
                  <a:lnTo>
                    <a:pt x="509570" y="910192"/>
                  </a:lnTo>
                  <a:lnTo>
                    <a:pt x="521515" y="867103"/>
                  </a:lnTo>
                  <a:lnTo>
                    <a:pt x="537720" y="824898"/>
                  </a:lnTo>
                  <a:lnTo>
                    <a:pt x="557885" y="783887"/>
                  </a:lnTo>
                  <a:lnTo>
                    <a:pt x="581712" y="744378"/>
                  </a:lnTo>
                  <a:lnTo>
                    <a:pt x="608903" y="706681"/>
                  </a:lnTo>
                  <a:lnTo>
                    <a:pt x="639157" y="671106"/>
                  </a:lnTo>
                  <a:lnTo>
                    <a:pt x="672177" y="637962"/>
                  </a:lnTo>
                  <a:lnTo>
                    <a:pt x="707663" y="607559"/>
                  </a:lnTo>
                  <a:lnTo>
                    <a:pt x="745316" y="580205"/>
                  </a:lnTo>
                  <a:lnTo>
                    <a:pt x="784838" y="556211"/>
                  </a:lnTo>
                  <a:lnTo>
                    <a:pt x="825929" y="535885"/>
                  </a:lnTo>
                  <a:lnTo>
                    <a:pt x="868291" y="519538"/>
                  </a:lnTo>
                  <a:lnTo>
                    <a:pt x="911624" y="507478"/>
                  </a:lnTo>
                  <a:lnTo>
                    <a:pt x="955630" y="500015"/>
                  </a:lnTo>
                  <a:lnTo>
                    <a:pt x="1000010" y="497459"/>
                  </a:lnTo>
                  <a:lnTo>
                    <a:pt x="955630" y="494924"/>
                  </a:lnTo>
                  <a:lnTo>
                    <a:pt x="911624" y="487523"/>
                  </a:lnTo>
                  <a:lnTo>
                    <a:pt x="868291" y="475560"/>
                  </a:lnTo>
                  <a:lnTo>
                    <a:pt x="825929" y="459342"/>
                  </a:lnTo>
                  <a:lnTo>
                    <a:pt x="784838" y="439173"/>
                  </a:lnTo>
                  <a:lnTo>
                    <a:pt x="745316" y="415357"/>
                  </a:lnTo>
                  <a:lnTo>
                    <a:pt x="707663" y="388201"/>
                  </a:lnTo>
                  <a:lnTo>
                    <a:pt x="672177" y="358008"/>
                  </a:lnTo>
                  <a:lnTo>
                    <a:pt x="639157" y="325085"/>
                  </a:lnTo>
                  <a:lnTo>
                    <a:pt x="608903" y="289737"/>
                  </a:lnTo>
                  <a:lnTo>
                    <a:pt x="581712" y="252267"/>
                  </a:lnTo>
                  <a:lnTo>
                    <a:pt x="557885" y="212982"/>
                  </a:lnTo>
                  <a:lnTo>
                    <a:pt x="537720" y="172186"/>
                  </a:lnTo>
                  <a:lnTo>
                    <a:pt x="521515" y="130185"/>
                  </a:lnTo>
                  <a:lnTo>
                    <a:pt x="509570" y="87284"/>
                  </a:lnTo>
                  <a:lnTo>
                    <a:pt x="502184" y="43787"/>
                  </a:lnTo>
                  <a:lnTo>
                    <a:pt x="499656" y="0"/>
                  </a:lnTo>
                  <a:close/>
                </a:path>
              </a:pathLst>
            </a:custGeom>
            <a:solidFill>
              <a:srgbClr val="959595"/>
            </a:solidFill>
          </p:spPr>
          <p:txBody>
            <a:bodyPr wrap="square" lIns="0" tIns="0" rIns="0" bIns="0" rtlCol="0"/>
            <a:lstStyle/>
            <a:p>
              <a:endParaRPr/>
            </a:p>
          </p:txBody>
        </p:sp>
        <p:sp>
          <p:nvSpPr>
            <p:cNvPr id="9" name="object 9"/>
            <p:cNvSpPr/>
            <p:nvPr/>
          </p:nvSpPr>
          <p:spPr>
            <a:xfrm>
              <a:off x="8643635" y="8115836"/>
              <a:ext cx="1000125" cy="998219"/>
            </a:xfrm>
            <a:custGeom>
              <a:avLst/>
              <a:gdLst/>
              <a:ahLst/>
              <a:cxnLst/>
              <a:rect l="l" t="t" r="r" b="b"/>
              <a:pathLst>
                <a:path w="1000125" h="998220">
                  <a:moveTo>
                    <a:pt x="0" y="497453"/>
                  </a:moveTo>
                  <a:lnTo>
                    <a:pt x="44261" y="494918"/>
                  </a:lnTo>
                  <a:lnTo>
                    <a:pt x="88162" y="487517"/>
                  </a:lnTo>
                  <a:lnTo>
                    <a:pt x="131405" y="475555"/>
                  </a:lnTo>
                  <a:lnTo>
                    <a:pt x="173687" y="459336"/>
                  </a:lnTo>
                  <a:lnTo>
                    <a:pt x="214711" y="439167"/>
                  </a:lnTo>
                  <a:lnTo>
                    <a:pt x="254176" y="415351"/>
                  </a:lnTo>
                  <a:lnTo>
                    <a:pt x="291782" y="388195"/>
                  </a:lnTo>
                  <a:lnTo>
                    <a:pt x="327229" y="358002"/>
                  </a:lnTo>
                  <a:lnTo>
                    <a:pt x="360218" y="325079"/>
                  </a:lnTo>
                  <a:lnTo>
                    <a:pt x="390449" y="289731"/>
                  </a:lnTo>
                  <a:lnTo>
                    <a:pt x="417622" y="252262"/>
                  </a:lnTo>
                  <a:lnTo>
                    <a:pt x="441437" y="212977"/>
                  </a:lnTo>
                  <a:lnTo>
                    <a:pt x="461594" y="172182"/>
                  </a:lnTo>
                  <a:lnTo>
                    <a:pt x="477794" y="130182"/>
                  </a:lnTo>
                  <a:lnTo>
                    <a:pt x="489736" y="87281"/>
                  </a:lnTo>
                  <a:lnTo>
                    <a:pt x="497122" y="43785"/>
                  </a:lnTo>
                  <a:lnTo>
                    <a:pt x="499650" y="0"/>
                  </a:lnTo>
                  <a:lnTo>
                    <a:pt x="502179" y="43785"/>
                  </a:lnTo>
                  <a:lnTo>
                    <a:pt x="509565" y="87281"/>
                  </a:lnTo>
                  <a:lnTo>
                    <a:pt x="521510" y="130182"/>
                  </a:lnTo>
                  <a:lnTo>
                    <a:pt x="537715" y="172182"/>
                  </a:lnTo>
                  <a:lnTo>
                    <a:pt x="557882" y="212977"/>
                  </a:lnTo>
                  <a:lnTo>
                    <a:pt x="581710" y="252262"/>
                  </a:lnTo>
                  <a:lnTo>
                    <a:pt x="608901" y="289731"/>
                  </a:lnTo>
                  <a:lnTo>
                    <a:pt x="639156" y="325079"/>
                  </a:lnTo>
                  <a:lnTo>
                    <a:pt x="672177" y="358002"/>
                  </a:lnTo>
                  <a:lnTo>
                    <a:pt x="707663" y="388195"/>
                  </a:lnTo>
                  <a:lnTo>
                    <a:pt x="745317" y="415351"/>
                  </a:lnTo>
                  <a:lnTo>
                    <a:pt x="784839" y="439167"/>
                  </a:lnTo>
                  <a:lnTo>
                    <a:pt x="825931" y="459336"/>
                  </a:lnTo>
                  <a:lnTo>
                    <a:pt x="868293" y="475555"/>
                  </a:lnTo>
                  <a:lnTo>
                    <a:pt x="911627" y="487517"/>
                  </a:lnTo>
                  <a:lnTo>
                    <a:pt x="955633" y="494918"/>
                  </a:lnTo>
                  <a:lnTo>
                    <a:pt x="1000012" y="497453"/>
                  </a:lnTo>
                  <a:lnTo>
                    <a:pt x="955633" y="500010"/>
                  </a:lnTo>
                  <a:lnTo>
                    <a:pt x="911627" y="507473"/>
                  </a:lnTo>
                  <a:lnTo>
                    <a:pt x="868293" y="519533"/>
                  </a:lnTo>
                  <a:lnTo>
                    <a:pt x="825931" y="535880"/>
                  </a:lnTo>
                  <a:lnTo>
                    <a:pt x="784839" y="556206"/>
                  </a:lnTo>
                  <a:lnTo>
                    <a:pt x="745317" y="580201"/>
                  </a:lnTo>
                  <a:lnTo>
                    <a:pt x="707663" y="607555"/>
                  </a:lnTo>
                  <a:lnTo>
                    <a:pt x="672177" y="637958"/>
                  </a:lnTo>
                  <a:lnTo>
                    <a:pt x="639156" y="671103"/>
                  </a:lnTo>
                  <a:lnTo>
                    <a:pt x="608901" y="706678"/>
                  </a:lnTo>
                  <a:lnTo>
                    <a:pt x="581710" y="744375"/>
                  </a:lnTo>
                  <a:lnTo>
                    <a:pt x="557882" y="783884"/>
                  </a:lnTo>
                  <a:lnTo>
                    <a:pt x="537715" y="824896"/>
                  </a:lnTo>
                  <a:lnTo>
                    <a:pt x="521510" y="867101"/>
                  </a:lnTo>
                  <a:lnTo>
                    <a:pt x="509565" y="910190"/>
                  </a:lnTo>
                  <a:lnTo>
                    <a:pt x="502179" y="953853"/>
                  </a:lnTo>
                  <a:lnTo>
                    <a:pt x="499650" y="997781"/>
                  </a:lnTo>
                  <a:lnTo>
                    <a:pt x="497122" y="953853"/>
                  </a:lnTo>
                  <a:lnTo>
                    <a:pt x="489736" y="910190"/>
                  </a:lnTo>
                  <a:lnTo>
                    <a:pt x="477794" y="867101"/>
                  </a:lnTo>
                  <a:lnTo>
                    <a:pt x="461594" y="824896"/>
                  </a:lnTo>
                  <a:lnTo>
                    <a:pt x="441437" y="783884"/>
                  </a:lnTo>
                  <a:lnTo>
                    <a:pt x="417622" y="744375"/>
                  </a:lnTo>
                  <a:lnTo>
                    <a:pt x="390449" y="706678"/>
                  </a:lnTo>
                  <a:lnTo>
                    <a:pt x="360218" y="671103"/>
                  </a:lnTo>
                  <a:lnTo>
                    <a:pt x="327229" y="637958"/>
                  </a:lnTo>
                  <a:lnTo>
                    <a:pt x="291782" y="607555"/>
                  </a:lnTo>
                  <a:lnTo>
                    <a:pt x="254176" y="580201"/>
                  </a:lnTo>
                  <a:lnTo>
                    <a:pt x="214711" y="556206"/>
                  </a:lnTo>
                  <a:lnTo>
                    <a:pt x="173687" y="535880"/>
                  </a:lnTo>
                  <a:lnTo>
                    <a:pt x="131405" y="519533"/>
                  </a:lnTo>
                  <a:lnTo>
                    <a:pt x="88162" y="507473"/>
                  </a:lnTo>
                  <a:lnTo>
                    <a:pt x="44261" y="500010"/>
                  </a:lnTo>
                  <a:lnTo>
                    <a:pt x="0" y="497453"/>
                  </a:lnTo>
                  <a:close/>
                </a:path>
              </a:pathLst>
            </a:custGeom>
            <a:ln w="18718">
              <a:solidFill>
                <a:srgbClr val="959595"/>
              </a:solidFill>
            </a:ln>
          </p:spPr>
          <p:txBody>
            <a:bodyPr wrap="square" lIns="0" tIns="0" rIns="0" bIns="0" rtlCol="0"/>
            <a:lstStyle/>
            <a:p>
              <a:endParaRPr/>
            </a:p>
          </p:txBody>
        </p:sp>
      </p:grpSp>
      <p:pic>
        <p:nvPicPr>
          <p:cNvPr id="18" name="Picture 17">
            <a:extLst>
              <a:ext uri="{FF2B5EF4-FFF2-40B4-BE49-F238E27FC236}">
                <a16:creationId xmlns:a16="http://schemas.microsoft.com/office/drawing/2014/main" id="{72432051-B1FE-A437-2F7C-536C2643ED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350" y="402574"/>
            <a:ext cx="7902625" cy="7681626"/>
          </a:xfrm>
          <a:prstGeom prst="rect">
            <a:avLst/>
          </a:prstGeom>
        </p:spPr>
      </p:pic>
      <p:pic>
        <p:nvPicPr>
          <p:cNvPr id="20" name="Picture 19">
            <a:extLst>
              <a:ext uri="{FF2B5EF4-FFF2-40B4-BE49-F238E27FC236}">
                <a16:creationId xmlns:a16="http://schemas.microsoft.com/office/drawing/2014/main" id="{ACED8377-606F-5DFC-F6E7-E26EB7044B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550" y="577850"/>
            <a:ext cx="7978831" cy="75063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416774" y="-1332784"/>
            <a:ext cx="1460050" cy="2231931"/>
          </a:xfrm>
          <a:prstGeom prst="rect">
            <a:avLst/>
          </a:prstGeom>
        </p:spPr>
      </p:pic>
      <p:grpSp>
        <p:nvGrpSpPr>
          <p:cNvPr id="3" name="object 3"/>
          <p:cNvGrpSpPr/>
          <p:nvPr/>
        </p:nvGrpSpPr>
        <p:grpSpPr>
          <a:xfrm>
            <a:off x="0" y="9223145"/>
            <a:ext cx="2191385" cy="1064260"/>
            <a:chOff x="0" y="9223145"/>
            <a:chExt cx="2191385" cy="1064260"/>
          </a:xfrm>
        </p:grpSpPr>
        <p:sp>
          <p:nvSpPr>
            <p:cNvPr id="4" name="object 4"/>
            <p:cNvSpPr/>
            <p:nvPr/>
          </p:nvSpPr>
          <p:spPr>
            <a:xfrm>
              <a:off x="0" y="9223145"/>
              <a:ext cx="2191385" cy="1064260"/>
            </a:xfrm>
            <a:custGeom>
              <a:avLst/>
              <a:gdLst/>
              <a:ahLst/>
              <a:cxnLst/>
              <a:rect l="l" t="t" r="r" b="b"/>
              <a:pathLst>
                <a:path w="2191385" h="1064259">
                  <a:moveTo>
                    <a:pt x="531315" y="583172"/>
                  </a:moveTo>
                  <a:lnTo>
                    <a:pt x="501074" y="583172"/>
                  </a:lnTo>
                  <a:lnTo>
                    <a:pt x="501074" y="1063852"/>
                  </a:lnTo>
                  <a:lnTo>
                    <a:pt x="531315" y="1063852"/>
                  </a:lnTo>
                  <a:lnTo>
                    <a:pt x="531315" y="583172"/>
                  </a:lnTo>
                  <a:close/>
                </a:path>
                <a:path w="2191385" h="1064259">
                  <a:moveTo>
                    <a:pt x="1085706" y="583172"/>
                  </a:moveTo>
                  <a:lnTo>
                    <a:pt x="1055469" y="583172"/>
                  </a:lnTo>
                  <a:lnTo>
                    <a:pt x="1055469" y="1063852"/>
                  </a:lnTo>
                  <a:lnTo>
                    <a:pt x="1085706" y="1063852"/>
                  </a:lnTo>
                  <a:lnTo>
                    <a:pt x="1085706" y="583172"/>
                  </a:lnTo>
                  <a:close/>
                </a:path>
                <a:path w="2191385" h="1064259">
                  <a:moveTo>
                    <a:pt x="1638655" y="583172"/>
                  </a:moveTo>
                  <a:lnTo>
                    <a:pt x="1608416" y="583172"/>
                  </a:lnTo>
                  <a:lnTo>
                    <a:pt x="1608416" y="1063852"/>
                  </a:lnTo>
                  <a:lnTo>
                    <a:pt x="1638655" y="1063852"/>
                  </a:lnTo>
                  <a:lnTo>
                    <a:pt x="1638655" y="583172"/>
                  </a:lnTo>
                  <a:close/>
                </a:path>
                <a:path w="2191385" h="1064259">
                  <a:moveTo>
                    <a:pt x="1680364" y="41761"/>
                  </a:moveTo>
                  <a:lnTo>
                    <a:pt x="1638655" y="41761"/>
                  </a:lnTo>
                  <a:lnTo>
                    <a:pt x="2149855" y="554374"/>
                  </a:lnTo>
                  <a:lnTo>
                    <a:pt x="0" y="554374"/>
                  </a:lnTo>
                  <a:lnTo>
                    <a:pt x="0" y="583172"/>
                  </a:lnTo>
                  <a:lnTo>
                    <a:pt x="2162809" y="583172"/>
                  </a:lnTo>
                  <a:lnTo>
                    <a:pt x="2162809" y="1063852"/>
                  </a:lnTo>
                  <a:lnTo>
                    <a:pt x="2191143" y="1063852"/>
                  </a:lnTo>
                  <a:lnTo>
                    <a:pt x="2191143" y="553178"/>
                  </a:lnTo>
                  <a:lnTo>
                    <a:pt x="1680364" y="41761"/>
                  </a:lnTo>
                  <a:close/>
                </a:path>
                <a:path w="2191385" h="1064259">
                  <a:moveTo>
                    <a:pt x="531315" y="0"/>
                  </a:moveTo>
                  <a:lnTo>
                    <a:pt x="0" y="0"/>
                  </a:lnTo>
                  <a:lnTo>
                    <a:pt x="0" y="30241"/>
                  </a:lnTo>
                  <a:lnTo>
                    <a:pt x="501074" y="30241"/>
                  </a:lnTo>
                  <a:lnTo>
                    <a:pt x="501074" y="554374"/>
                  </a:lnTo>
                  <a:lnTo>
                    <a:pt x="531315" y="554374"/>
                  </a:lnTo>
                  <a:lnTo>
                    <a:pt x="531315" y="0"/>
                  </a:lnTo>
                  <a:close/>
                </a:path>
                <a:path w="2191385" h="1064259">
                  <a:moveTo>
                    <a:pt x="1638655" y="0"/>
                  </a:moveTo>
                  <a:lnTo>
                    <a:pt x="1055469" y="0"/>
                  </a:lnTo>
                  <a:lnTo>
                    <a:pt x="1055469" y="554374"/>
                  </a:lnTo>
                  <a:lnTo>
                    <a:pt x="1085706" y="554374"/>
                  </a:lnTo>
                  <a:lnTo>
                    <a:pt x="1085706" y="30241"/>
                  </a:lnTo>
                  <a:lnTo>
                    <a:pt x="1668858" y="30241"/>
                  </a:lnTo>
                  <a:lnTo>
                    <a:pt x="1638655" y="0"/>
                  </a:lnTo>
                  <a:close/>
                </a:path>
                <a:path w="2191385" h="1064259">
                  <a:moveTo>
                    <a:pt x="1668858" y="30241"/>
                  </a:moveTo>
                  <a:lnTo>
                    <a:pt x="1608416" y="30241"/>
                  </a:lnTo>
                  <a:lnTo>
                    <a:pt x="1608416" y="554374"/>
                  </a:lnTo>
                  <a:lnTo>
                    <a:pt x="1638655" y="554374"/>
                  </a:lnTo>
                  <a:lnTo>
                    <a:pt x="1638655" y="41761"/>
                  </a:lnTo>
                  <a:lnTo>
                    <a:pt x="1680364" y="41761"/>
                  </a:lnTo>
                  <a:lnTo>
                    <a:pt x="1668858" y="30241"/>
                  </a:lnTo>
                  <a:close/>
                </a:path>
              </a:pathLst>
            </a:custGeom>
            <a:solidFill>
              <a:srgbClr val="36D636"/>
            </a:solidFill>
          </p:spPr>
          <p:txBody>
            <a:bodyPr wrap="square" lIns="0" tIns="0" rIns="0" bIns="0" rtlCol="0"/>
            <a:lstStyle/>
            <a:p>
              <a:endParaRPr/>
            </a:p>
          </p:txBody>
        </p:sp>
        <p:sp>
          <p:nvSpPr>
            <p:cNvPr id="5" name="object 5"/>
            <p:cNvSpPr/>
            <p:nvPr/>
          </p:nvSpPr>
          <p:spPr>
            <a:xfrm>
              <a:off x="1182185" y="9899191"/>
              <a:ext cx="304165" cy="304165"/>
            </a:xfrm>
            <a:custGeom>
              <a:avLst/>
              <a:gdLst/>
              <a:ahLst/>
              <a:cxnLst/>
              <a:rect l="l" t="t" r="r" b="b"/>
              <a:pathLst>
                <a:path w="304165" h="304165">
                  <a:moveTo>
                    <a:pt x="159835" y="0"/>
                  </a:moveTo>
                  <a:lnTo>
                    <a:pt x="143998" y="0"/>
                  </a:lnTo>
                  <a:lnTo>
                    <a:pt x="136074" y="718"/>
                  </a:lnTo>
                  <a:lnTo>
                    <a:pt x="97199" y="10081"/>
                  </a:lnTo>
                  <a:lnTo>
                    <a:pt x="62637" y="28798"/>
                  </a:lnTo>
                  <a:lnTo>
                    <a:pt x="33839" y="56158"/>
                  </a:lnTo>
                  <a:lnTo>
                    <a:pt x="12959" y="89996"/>
                  </a:lnTo>
                  <a:lnTo>
                    <a:pt x="720" y="136074"/>
                  </a:lnTo>
                  <a:lnTo>
                    <a:pt x="0" y="143996"/>
                  </a:lnTo>
                  <a:lnTo>
                    <a:pt x="0" y="151913"/>
                  </a:lnTo>
                  <a:lnTo>
                    <a:pt x="720" y="151913"/>
                  </a:lnTo>
                  <a:lnTo>
                    <a:pt x="720" y="159832"/>
                  </a:lnTo>
                  <a:lnTo>
                    <a:pt x="7918" y="198710"/>
                  </a:lnTo>
                  <a:lnTo>
                    <a:pt x="10800" y="205913"/>
                  </a:lnTo>
                  <a:lnTo>
                    <a:pt x="13677" y="213831"/>
                  </a:lnTo>
                  <a:lnTo>
                    <a:pt x="34557" y="246950"/>
                  </a:lnTo>
                  <a:lnTo>
                    <a:pt x="39598" y="253429"/>
                  </a:lnTo>
                  <a:lnTo>
                    <a:pt x="44639" y="259189"/>
                  </a:lnTo>
                  <a:lnTo>
                    <a:pt x="50398" y="264229"/>
                  </a:lnTo>
                  <a:lnTo>
                    <a:pt x="56878" y="269989"/>
                  </a:lnTo>
                  <a:lnTo>
                    <a:pt x="62637" y="274310"/>
                  </a:lnTo>
                  <a:lnTo>
                    <a:pt x="69841" y="279350"/>
                  </a:lnTo>
                  <a:lnTo>
                    <a:pt x="76319" y="282947"/>
                  </a:lnTo>
                  <a:lnTo>
                    <a:pt x="83517" y="287268"/>
                  </a:lnTo>
                  <a:lnTo>
                    <a:pt x="90722" y="290145"/>
                  </a:lnTo>
                  <a:lnTo>
                    <a:pt x="97923" y="293747"/>
                  </a:lnTo>
                  <a:lnTo>
                    <a:pt x="105124" y="295905"/>
                  </a:lnTo>
                  <a:lnTo>
                    <a:pt x="113036" y="298787"/>
                  </a:lnTo>
                  <a:lnTo>
                    <a:pt x="120237" y="300226"/>
                  </a:lnTo>
                  <a:lnTo>
                    <a:pt x="136074" y="303108"/>
                  </a:lnTo>
                  <a:lnTo>
                    <a:pt x="143998" y="303827"/>
                  </a:lnTo>
                  <a:lnTo>
                    <a:pt x="151923" y="303827"/>
                  </a:lnTo>
                  <a:lnTo>
                    <a:pt x="151923" y="303108"/>
                  </a:lnTo>
                  <a:lnTo>
                    <a:pt x="159835" y="303108"/>
                  </a:lnTo>
                  <a:lnTo>
                    <a:pt x="198710" y="295905"/>
                  </a:lnTo>
                  <a:lnTo>
                    <a:pt x="205924" y="293027"/>
                  </a:lnTo>
                  <a:lnTo>
                    <a:pt x="213836" y="290145"/>
                  </a:lnTo>
                  <a:lnTo>
                    <a:pt x="246957" y="269269"/>
                  </a:lnTo>
                  <a:lnTo>
                    <a:pt x="253434" y="264229"/>
                  </a:lnTo>
                  <a:lnTo>
                    <a:pt x="259200" y="259189"/>
                  </a:lnTo>
                  <a:lnTo>
                    <a:pt x="264229" y="253429"/>
                  </a:lnTo>
                  <a:lnTo>
                    <a:pt x="269995" y="246950"/>
                  </a:lnTo>
                  <a:lnTo>
                    <a:pt x="274313" y="241190"/>
                  </a:lnTo>
                  <a:lnTo>
                    <a:pt x="279355" y="233992"/>
                  </a:lnTo>
                  <a:lnTo>
                    <a:pt x="282962" y="227509"/>
                  </a:lnTo>
                  <a:lnTo>
                    <a:pt x="287267" y="220310"/>
                  </a:lnTo>
                  <a:lnTo>
                    <a:pt x="290150" y="213112"/>
                  </a:lnTo>
                  <a:lnTo>
                    <a:pt x="293757" y="205913"/>
                  </a:lnTo>
                  <a:lnTo>
                    <a:pt x="295916" y="198710"/>
                  </a:lnTo>
                  <a:lnTo>
                    <a:pt x="298799" y="190793"/>
                  </a:lnTo>
                  <a:lnTo>
                    <a:pt x="300234" y="183595"/>
                  </a:lnTo>
                  <a:lnTo>
                    <a:pt x="303117" y="167754"/>
                  </a:lnTo>
                  <a:lnTo>
                    <a:pt x="303828" y="159832"/>
                  </a:lnTo>
                  <a:lnTo>
                    <a:pt x="303828" y="151913"/>
                  </a:lnTo>
                  <a:lnTo>
                    <a:pt x="303828" y="143996"/>
                  </a:lnTo>
                  <a:lnTo>
                    <a:pt x="296640" y="105117"/>
                  </a:lnTo>
                  <a:lnTo>
                    <a:pt x="275037" y="62636"/>
                  </a:lnTo>
                  <a:lnTo>
                    <a:pt x="247681" y="33839"/>
                  </a:lnTo>
                  <a:lnTo>
                    <a:pt x="213836" y="12962"/>
                  </a:lnTo>
                  <a:lnTo>
                    <a:pt x="167760" y="718"/>
                  </a:lnTo>
                  <a:lnTo>
                    <a:pt x="159835" y="0"/>
                  </a:lnTo>
                  <a:close/>
                </a:path>
              </a:pathLst>
            </a:custGeom>
            <a:solidFill>
              <a:srgbClr val="959595"/>
            </a:solidFill>
          </p:spPr>
          <p:txBody>
            <a:bodyPr wrap="square" lIns="0" tIns="0" rIns="0" bIns="0" rtlCol="0"/>
            <a:lstStyle/>
            <a:p>
              <a:endParaRPr/>
            </a:p>
          </p:txBody>
        </p:sp>
        <p:sp>
          <p:nvSpPr>
            <p:cNvPr id="6" name="object 6"/>
            <p:cNvSpPr/>
            <p:nvPr/>
          </p:nvSpPr>
          <p:spPr>
            <a:xfrm>
              <a:off x="1182190" y="9899192"/>
              <a:ext cx="304165" cy="304165"/>
            </a:xfrm>
            <a:custGeom>
              <a:avLst/>
              <a:gdLst/>
              <a:ahLst/>
              <a:cxnLst/>
              <a:rect l="l" t="t" r="r" b="b"/>
              <a:pathLst>
                <a:path w="304165" h="304165">
                  <a:moveTo>
                    <a:pt x="303828" y="151913"/>
                  </a:moveTo>
                  <a:lnTo>
                    <a:pt x="303828" y="143996"/>
                  </a:lnTo>
                  <a:lnTo>
                    <a:pt x="303116" y="136073"/>
                  </a:lnTo>
                  <a:lnTo>
                    <a:pt x="301681" y="128156"/>
                  </a:lnTo>
                  <a:lnTo>
                    <a:pt x="300233" y="120232"/>
                  </a:lnTo>
                  <a:lnTo>
                    <a:pt x="298798" y="112315"/>
                  </a:lnTo>
                  <a:lnTo>
                    <a:pt x="283672" y="75599"/>
                  </a:lnTo>
                  <a:lnTo>
                    <a:pt x="259199" y="44638"/>
                  </a:lnTo>
                  <a:lnTo>
                    <a:pt x="227525" y="20160"/>
                  </a:lnTo>
                  <a:lnTo>
                    <a:pt x="191519" y="5040"/>
                  </a:lnTo>
                  <a:lnTo>
                    <a:pt x="183594" y="3601"/>
                  </a:lnTo>
                  <a:lnTo>
                    <a:pt x="175682" y="2162"/>
                  </a:lnTo>
                  <a:lnTo>
                    <a:pt x="167757" y="718"/>
                  </a:lnTo>
                  <a:lnTo>
                    <a:pt x="159832" y="0"/>
                  </a:lnTo>
                  <a:lnTo>
                    <a:pt x="151920" y="0"/>
                  </a:lnTo>
                  <a:lnTo>
                    <a:pt x="143995" y="0"/>
                  </a:lnTo>
                  <a:lnTo>
                    <a:pt x="136083" y="718"/>
                  </a:lnTo>
                  <a:lnTo>
                    <a:pt x="128158" y="2162"/>
                  </a:lnTo>
                  <a:lnTo>
                    <a:pt x="120233" y="3601"/>
                  </a:lnTo>
                  <a:lnTo>
                    <a:pt x="82798" y="16559"/>
                  </a:lnTo>
                  <a:lnTo>
                    <a:pt x="69121" y="24482"/>
                  </a:lnTo>
                  <a:lnTo>
                    <a:pt x="62637" y="28798"/>
                  </a:lnTo>
                  <a:lnTo>
                    <a:pt x="56157" y="33838"/>
                  </a:lnTo>
                  <a:lnTo>
                    <a:pt x="50398" y="38879"/>
                  </a:lnTo>
                  <a:lnTo>
                    <a:pt x="44638" y="44638"/>
                  </a:lnTo>
                  <a:lnTo>
                    <a:pt x="38879" y="50397"/>
                  </a:lnTo>
                  <a:lnTo>
                    <a:pt x="16559" y="82797"/>
                  </a:lnTo>
                  <a:lnTo>
                    <a:pt x="3601" y="120232"/>
                  </a:lnTo>
                  <a:lnTo>
                    <a:pt x="2157" y="128156"/>
                  </a:lnTo>
                  <a:lnTo>
                    <a:pt x="720" y="136073"/>
                  </a:lnTo>
                  <a:lnTo>
                    <a:pt x="0" y="143996"/>
                  </a:lnTo>
                  <a:lnTo>
                    <a:pt x="0" y="151913"/>
                  </a:lnTo>
                  <a:lnTo>
                    <a:pt x="720" y="151913"/>
                  </a:lnTo>
                  <a:lnTo>
                    <a:pt x="720" y="159831"/>
                  </a:lnTo>
                  <a:lnTo>
                    <a:pt x="7917" y="198709"/>
                  </a:lnTo>
                  <a:lnTo>
                    <a:pt x="10800" y="205913"/>
                  </a:lnTo>
                  <a:lnTo>
                    <a:pt x="13678" y="213831"/>
                  </a:lnTo>
                  <a:lnTo>
                    <a:pt x="34558" y="246949"/>
                  </a:lnTo>
                  <a:lnTo>
                    <a:pt x="39598" y="253429"/>
                  </a:lnTo>
                  <a:lnTo>
                    <a:pt x="44638" y="259188"/>
                  </a:lnTo>
                  <a:lnTo>
                    <a:pt x="50398" y="264229"/>
                  </a:lnTo>
                  <a:lnTo>
                    <a:pt x="56878" y="269988"/>
                  </a:lnTo>
                  <a:lnTo>
                    <a:pt x="62637" y="274309"/>
                  </a:lnTo>
                  <a:lnTo>
                    <a:pt x="69839" y="279350"/>
                  </a:lnTo>
                  <a:lnTo>
                    <a:pt x="76319" y="282946"/>
                  </a:lnTo>
                  <a:lnTo>
                    <a:pt x="83518" y="287267"/>
                  </a:lnTo>
                  <a:lnTo>
                    <a:pt x="90717" y="290145"/>
                  </a:lnTo>
                  <a:lnTo>
                    <a:pt x="97918" y="293746"/>
                  </a:lnTo>
                  <a:lnTo>
                    <a:pt x="105120" y="295904"/>
                  </a:lnTo>
                  <a:lnTo>
                    <a:pt x="113044" y="298787"/>
                  </a:lnTo>
                  <a:lnTo>
                    <a:pt x="120233" y="300225"/>
                  </a:lnTo>
                  <a:lnTo>
                    <a:pt x="128158" y="301664"/>
                  </a:lnTo>
                  <a:lnTo>
                    <a:pt x="136083" y="303108"/>
                  </a:lnTo>
                  <a:lnTo>
                    <a:pt x="143995" y="303827"/>
                  </a:lnTo>
                  <a:lnTo>
                    <a:pt x="151920" y="303827"/>
                  </a:lnTo>
                  <a:lnTo>
                    <a:pt x="151920" y="303108"/>
                  </a:lnTo>
                  <a:lnTo>
                    <a:pt x="159832" y="303108"/>
                  </a:lnTo>
                  <a:lnTo>
                    <a:pt x="167757" y="302388"/>
                  </a:lnTo>
                  <a:lnTo>
                    <a:pt x="175682" y="300945"/>
                  </a:lnTo>
                  <a:lnTo>
                    <a:pt x="183594" y="299506"/>
                  </a:lnTo>
                  <a:lnTo>
                    <a:pt x="190795" y="298067"/>
                  </a:lnTo>
                  <a:lnTo>
                    <a:pt x="198720" y="295904"/>
                  </a:lnTo>
                  <a:lnTo>
                    <a:pt x="205921" y="293027"/>
                  </a:lnTo>
                  <a:lnTo>
                    <a:pt x="213834" y="290145"/>
                  </a:lnTo>
                  <a:lnTo>
                    <a:pt x="246956" y="269269"/>
                  </a:lnTo>
                  <a:lnTo>
                    <a:pt x="253433" y="264229"/>
                  </a:lnTo>
                  <a:lnTo>
                    <a:pt x="259199" y="259188"/>
                  </a:lnTo>
                  <a:lnTo>
                    <a:pt x="264241" y="253429"/>
                  </a:lnTo>
                  <a:lnTo>
                    <a:pt x="269994" y="246949"/>
                  </a:lnTo>
                  <a:lnTo>
                    <a:pt x="274312" y="241190"/>
                  </a:lnTo>
                  <a:lnTo>
                    <a:pt x="279354" y="233992"/>
                  </a:lnTo>
                  <a:lnTo>
                    <a:pt x="282961" y="227507"/>
                  </a:lnTo>
                  <a:lnTo>
                    <a:pt x="287279" y="220309"/>
                  </a:lnTo>
                  <a:lnTo>
                    <a:pt x="290162" y="213111"/>
                  </a:lnTo>
                  <a:lnTo>
                    <a:pt x="293756" y="205913"/>
                  </a:lnTo>
                  <a:lnTo>
                    <a:pt x="295915" y="198709"/>
                  </a:lnTo>
                  <a:lnTo>
                    <a:pt x="303828" y="159831"/>
                  </a:lnTo>
                  <a:lnTo>
                    <a:pt x="303828" y="151913"/>
                  </a:lnTo>
                  <a:close/>
                </a:path>
              </a:pathLst>
            </a:custGeom>
            <a:ln w="18719">
              <a:solidFill>
                <a:srgbClr val="959595"/>
              </a:solidFill>
            </a:ln>
          </p:spPr>
          <p:txBody>
            <a:bodyPr wrap="square" lIns="0" tIns="0" rIns="0" bIns="0" rtlCol="0"/>
            <a:lstStyle/>
            <a:p>
              <a:endParaRPr/>
            </a:p>
          </p:txBody>
        </p:sp>
      </p:grpSp>
      <p:grpSp>
        <p:nvGrpSpPr>
          <p:cNvPr id="7" name="object 7"/>
          <p:cNvGrpSpPr/>
          <p:nvPr/>
        </p:nvGrpSpPr>
        <p:grpSpPr>
          <a:xfrm>
            <a:off x="306694" y="121128"/>
            <a:ext cx="1019175" cy="1016635"/>
            <a:chOff x="8634276" y="8106477"/>
            <a:chExt cx="1019175" cy="1016635"/>
          </a:xfrm>
        </p:grpSpPr>
        <p:sp>
          <p:nvSpPr>
            <p:cNvPr id="8" name="object 8"/>
            <p:cNvSpPr/>
            <p:nvPr/>
          </p:nvSpPr>
          <p:spPr>
            <a:xfrm>
              <a:off x="8643594" y="8115833"/>
              <a:ext cx="1000125" cy="998219"/>
            </a:xfrm>
            <a:custGeom>
              <a:avLst/>
              <a:gdLst/>
              <a:ahLst/>
              <a:cxnLst/>
              <a:rect l="l" t="t" r="r" b="b"/>
              <a:pathLst>
                <a:path w="1000125" h="998220">
                  <a:moveTo>
                    <a:pt x="499656" y="0"/>
                  </a:moveTo>
                  <a:lnTo>
                    <a:pt x="497127" y="43787"/>
                  </a:lnTo>
                  <a:lnTo>
                    <a:pt x="489742" y="87284"/>
                  </a:lnTo>
                  <a:lnTo>
                    <a:pt x="477799" y="130185"/>
                  </a:lnTo>
                  <a:lnTo>
                    <a:pt x="461599" y="172186"/>
                  </a:lnTo>
                  <a:lnTo>
                    <a:pt x="441442" y="212982"/>
                  </a:lnTo>
                  <a:lnTo>
                    <a:pt x="417627" y="252267"/>
                  </a:lnTo>
                  <a:lnTo>
                    <a:pt x="390453" y="289737"/>
                  </a:lnTo>
                  <a:lnTo>
                    <a:pt x="360222" y="325085"/>
                  </a:lnTo>
                  <a:lnTo>
                    <a:pt x="327233" y="358008"/>
                  </a:lnTo>
                  <a:lnTo>
                    <a:pt x="291785" y="388201"/>
                  </a:lnTo>
                  <a:lnTo>
                    <a:pt x="254179" y="415357"/>
                  </a:lnTo>
                  <a:lnTo>
                    <a:pt x="214713" y="439173"/>
                  </a:lnTo>
                  <a:lnTo>
                    <a:pt x="173689" y="459342"/>
                  </a:lnTo>
                  <a:lnTo>
                    <a:pt x="131406" y="475560"/>
                  </a:lnTo>
                  <a:lnTo>
                    <a:pt x="88163" y="487523"/>
                  </a:lnTo>
                  <a:lnTo>
                    <a:pt x="44261" y="494924"/>
                  </a:lnTo>
                  <a:lnTo>
                    <a:pt x="0" y="497459"/>
                  </a:lnTo>
                  <a:lnTo>
                    <a:pt x="44261" y="500015"/>
                  </a:lnTo>
                  <a:lnTo>
                    <a:pt x="88163" y="507478"/>
                  </a:lnTo>
                  <a:lnTo>
                    <a:pt x="131406" y="519539"/>
                  </a:lnTo>
                  <a:lnTo>
                    <a:pt x="173689" y="535887"/>
                  </a:lnTo>
                  <a:lnTo>
                    <a:pt x="214713" y="556213"/>
                  </a:lnTo>
                  <a:lnTo>
                    <a:pt x="254179" y="580208"/>
                  </a:lnTo>
                  <a:lnTo>
                    <a:pt x="291785" y="607562"/>
                  </a:lnTo>
                  <a:lnTo>
                    <a:pt x="327233" y="637967"/>
                  </a:lnTo>
                  <a:lnTo>
                    <a:pt x="360222" y="671111"/>
                  </a:lnTo>
                  <a:lnTo>
                    <a:pt x="390453" y="706687"/>
                  </a:lnTo>
                  <a:lnTo>
                    <a:pt x="417627" y="744384"/>
                  </a:lnTo>
                  <a:lnTo>
                    <a:pt x="441442" y="783892"/>
                  </a:lnTo>
                  <a:lnTo>
                    <a:pt x="461599" y="824904"/>
                  </a:lnTo>
                  <a:lnTo>
                    <a:pt x="477799" y="867108"/>
                  </a:lnTo>
                  <a:lnTo>
                    <a:pt x="489742" y="910196"/>
                  </a:lnTo>
                  <a:lnTo>
                    <a:pt x="497127" y="953858"/>
                  </a:lnTo>
                  <a:lnTo>
                    <a:pt x="499656" y="997784"/>
                  </a:lnTo>
                  <a:lnTo>
                    <a:pt x="502184" y="953858"/>
                  </a:lnTo>
                  <a:lnTo>
                    <a:pt x="509570" y="910196"/>
                  </a:lnTo>
                  <a:lnTo>
                    <a:pt x="521515" y="867108"/>
                  </a:lnTo>
                  <a:lnTo>
                    <a:pt x="537720" y="824904"/>
                  </a:lnTo>
                  <a:lnTo>
                    <a:pt x="557885" y="783892"/>
                  </a:lnTo>
                  <a:lnTo>
                    <a:pt x="581712" y="744384"/>
                  </a:lnTo>
                  <a:lnTo>
                    <a:pt x="608903" y="706687"/>
                  </a:lnTo>
                  <a:lnTo>
                    <a:pt x="639157" y="671111"/>
                  </a:lnTo>
                  <a:lnTo>
                    <a:pt x="672177" y="637967"/>
                  </a:lnTo>
                  <a:lnTo>
                    <a:pt x="707663" y="607562"/>
                  </a:lnTo>
                  <a:lnTo>
                    <a:pt x="745316" y="580208"/>
                  </a:lnTo>
                  <a:lnTo>
                    <a:pt x="784838" y="556213"/>
                  </a:lnTo>
                  <a:lnTo>
                    <a:pt x="825929" y="535887"/>
                  </a:lnTo>
                  <a:lnTo>
                    <a:pt x="868291" y="519539"/>
                  </a:lnTo>
                  <a:lnTo>
                    <a:pt x="911624" y="507478"/>
                  </a:lnTo>
                  <a:lnTo>
                    <a:pt x="955630" y="500015"/>
                  </a:lnTo>
                  <a:lnTo>
                    <a:pt x="1000010" y="497459"/>
                  </a:lnTo>
                  <a:lnTo>
                    <a:pt x="955630" y="494924"/>
                  </a:lnTo>
                  <a:lnTo>
                    <a:pt x="911624" y="487523"/>
                  </a:lnTo>
                  <a:lnTo>
                    <a:pt x="868291" y="475560"/>
                  </a:lnTo>
                  <a:lnTo>
                    <a:pt x="825929" y="459342"/>
                  </a:lnTo>
                  <a:lnTo>
                    <a:pt x="784838" y="439173"/>
                  </a:lnTo>
                  <a:lnTo>
                    <a:pt x="745316" y="415357"/>
                  </a:lnTo>
                  <a:lnTo>
                    <a:pt x="707663" y="388201"/>
                  </a:lnTo>
                  <a:lnTo>
                    <a:pt x="672177" y="358008"/>
                  </a:lnTo>
                  <a:lnTo>
                    <a:pt x="639157" y="325085"/>
                  </a:lnTo>
                  <a:lnTo>
                    <a:pt x="608903" y="289737"/>
                  </a:lnTo>
                  <a:lnTo>
                    <a:pt x="581712" y="252267"/>
                  </a:lnTo>
                  <a:lnTo>
                    <a:pt x="557885" y="212982"/>
                  </a:lnTo>
                  <a:lnTo>
                    <a:pt x="537720" y="172186"/>
                  </a:lnTo>
                  <a:lnTo>
                    <a:pt x="521515" y="130185"/>
                  </a:lnTo>
                  <a:lnTo>
                    <a:pt x="509570" y="87284"/>
                  </a:lnTo>
                  <a:lnTo>
                    <a:pt x="502184" y="43787"/>
                  </a:lnTo>
                  <a:lnTo>
                    <a:pt x="499656" y="0"/>
                  </a:lnTo>
                  <a:close/>
                </a:path>
              </a:pathLst>
            </a:custGeom>
            <a:solidFill>
              <a:srgbClr val="959595"/>
            </a:solidFill>
          </p:spPr>
          <p:txBody>
            <a:bodyPr wrap="square" lIns="0" tIns="0" rIns="0" bIns="0" rtlCol="0"/>
            <a:lstStyle/>
            <a:p>
              <a:endParaRPr/>
            </a:p>
          </p:txBody>
        </p:sp>
        <p:sp>
          <p:nvSpPr>
            <p:cNvPr id="9" name="object 9"/>
            <p:cNvSpPr/>
            <p:nvPr/>
          </p:nvSpPr>
          <p:spPr>
            <a:xfrm>
              <a:off x="8643635" y="8115836"/>
              <a:ext cx="1000125" cy="998219"/>
            </a:xfrm>
            <a:custGeom>
              <a:avLst/>
              <a:gdLst/>
              <a:ahLst/>
              <a:cxnLst/>
              <a:rect l="l" t="t" r="r" b="b"/>
              <a:pathLst>
                <a:path w="1000125" h="998220">
                  <a:moveTo>
                    <a:pt x="0" y="497453"/>
                  </a:moveTo>
                  <a:lnTo>
                    <a:pt x="44261" y="494918"/>
                  </a:lnTo>
                  <a:lnTo>
                    <a:pt x="88162" y="487517"/>
                  </a:lnTo>
                  <a:lnTo>
                    <a:pt x="131405" y="475555"/>
                  </a:lnTo>
                  <a:lnTo>
                    <a:pt x="173687" y="459336"/>
                  </a:lnTo>
                  <a:lnTo>
                    <a:pt x="214711" y="439167"/>
                  </a:lnTo>
                  <a:lnTo>
                    <a:pt x="254176" y="415351"/>
                  </a:lnTo>
                  <a:lnTo>
                    <a:pt x="291782" y="388195"/>
                  </a:lnTo>
                  <a:lnTo>
                    <a:pt x="327229" y="358002"/>
                  </a:lnTo>
                  <a:lnTo>
                    <a:pt x="360218" y="325079"/>
                  </a:lnTo>
                  <a:lnTo>
                    <a:pt x="390449" y="289731"/>
                  </a:lnTo>
                  <a:lnTo>
                    <a:pt x="417622" y="252262"/>
                  </a:lnTo>
                  <a:lnTo>
                    <a:pt x="441437" y="212977"/>
                  </a:lnTo>
                  <a:lnTo>
                    <a:pt x="461594" y="172182"/>
                  </a:lnTo>
                  <a:lnTo>
                    <a:pt x="477794" y="130182"/>
                  </a:lnTo>
                  <a:lnTo>
                    <a:pt x="489736" y="87281"/>
                  </a:lnTo>
                  <a:lnTo>
                    <a:pt x="497122" y="43785"/>
                  </a:lnTo>
                  <a:lnTo>
                    <a:pt x="499650" y="0"/>
                  </a:lnTo>
                  <a:lnTo>
                    <a:pt x="502179" y="43785"/>
                  </a:lnTo>
                  <a:lnTo>
                    <a:pt x="509565" y="87281"/>
                  </a:lnTo>
                  <a:lnTo>
                    <a:pt x="521510" y="130182"/>
                  </a:lnTo>
                  <a:lnTo>
                    <a:pt x="537715" y="172182"/>
                  </a:lnTo>
                  <a:lnTo>
                    <a:pt x="557882" y="212977"/>
                  </a:lnTo>
                  <a:lnTo>
                    <a:pt x="581710" y="252262"/>
                  </a:lnTo>
                  <a:lnTo>
                    <a:pt x="608901" y="289731"/>
                  </a:lnTo>
                  <a:lnTo>
                    <a:pt x="639156" y="325079"/>
                  </a:lnTo>
                  <a:lnTo>
                    <a:pt x="672177" y="358002"/>
                  </a:lnTo>
                  <a:lnTo>
                    <a:pt x="707663" y="388195"/>
                  </a:lnTo>
                  <a:lnTo>
                    <a:pt x="745317" y="415351"/>
                  </a:lnTo>
                  <a:lnTo>
                    <a:pt x="784839" y="439167"/>
                  </a:lnTo>
                  <a:lnTo>
                    <a:pt x="825931" y="459336"/>
                  </a:lnTo>
                  <a:lnTo>
                    <a:pt x="868293" y="475555"/>
                  </a:lnTo>
                  <a:lnTo>
                    <a:pt x="911627" y="487517"/>
                  </a:lnTo>
                  <a:lnTo>
                    <a:pt x="955633" y="494918"/>
                  </a:lnTo>
                  <a:lnTo>
                    <a:pt x="1000012" y="497453"/>
                  </a:lnTo>
                  <a:lnTo>
                    <a:pt x="955633" y="500010"/>
                  </a:lnTo>
                  <a:lnTo>
                    <a:pt x="911627" y="507473"/>
                  </a:lnTo>
                  <a:lnTo>
                    <a:pt x="868293" y="519534"/>
                  </a:lnTo>
                  <a:lnTo>
                    <a:pt x="825931" y="535882"/>
                  </a:lnTo>
                  <a:lnTo>
                    <a:pt x="784839" y="556208"/>
                  </a:lnTo>
                  <a:lnTo>
                    <a:pt x="745317" y="580204"/>
                  </a:lnTo>
                  <a:lnTo>
                    <a:pt x="707663" y="607558"/>
                  </a:lnTo>
                  <a:lnTo>
                    <a:pt x="672177" y="637963"/>
                  </a:lnTo>
                  <a:lnTo>
                    <a:pt x="639156" y="671108"/>
                  </a:lnTo>
                  <a:lnTo>
                    <a:pt x="608901" y="706684"/>
                  </a:lnTo>
                  <a:lnTo>
                    <a:pt x="581710" y="744381"/>
                  </a:lnTo>
                  <a:lnTo>
                    <a:pt x="557882" y="783890"/>
                  </a:lnTo>
                  <a:lnTo>
                    <a:pt x="537715" y="824901"/>
                  </a:lnTo>
                  <a:lnTo>
                    <a:pt x="521510" y="867105"/>
                  </a:lnTo>
                  <a:lnTo>
                    <a:pt x="509565" y="910193"/>
                  </a:lnTo>
                  <a:lnTo>
                    <a:pt x="502179" y="953855"/>
                  </a:lnTo>
                  <a:lnTo>
                    <a:pt x="499650" y="997781"/>
                  </a:lnTo>
                  <a:lnTo>
                    <a:pt x="497122" y="953855"/>
                  </a:lnTo>
                  <a:lnTo>
                    <a:pt x="489736" y="910193"/>
                  </a:lnTo>
                  <a:lnTo>
                    <a:pt x="477794" y="867105"/>
                  </a:lnTo>
                  <a:lnTo>
                    <a:pt x="461594" y="824901"/>
                  </a:lnTo>
                  <a:lnTo>
                    <a:pt x="441437" y="783890"/>
                  </a:lnTo>
                  <a:lnTo>
                    <a:pt x="417622" y="744381"/>
                  </a:lnTo>
                  <a:lnTo>
                    <a:pt x="390449" y="706684"/>
                  </a:lnTo>
                  <a:lnTo>
                    <a:pt x="360218" y="671108"/>
                  </a:lnTo>
                  <a:lnTo>
                    <a:pt x="327229" y="637963"/>
                  </a:lnTo>
                  <a:lnTo>
                    <a:pt x="291782" y="607558"/>
                  </a:lnTo>
                  <a:lnTo>
                    <a:pt x="254176" y="580204"/>
                  </a:lnTo>
                  <a:lnTo>
                    <a:pt x="214711" y="556208"/>
                  </a:lnTo>
                  <a:lnTo>
                    <a:pt x="173687" y="535882"/>
                  </a:lnTo>
                  <a:lnTo>
                    <a:pt x="131405" y="519534"/>
                  </a:lnTo>
                  <a:lnTo>
                    <a:pt x="88162" y="507473"/>
                  </a:lnTo>
                  <a:lnTo>
                    <a:pt x="44261" y="500010"/>
                  </a:lnTo>
                  <a:lnTo>
                    <a:pt x="0" y="497453"/>
                  </a:lnTo>
                  <a:close/>
                </a:path>
              </a:pathLst>
            </a:custGeom>
            <a:ln w="18718">
              <a:solidFill>
                <a:srgbClr val="959595"/>
              </a:solidFill>
            </a:ln>
          </p:spPr>
          <p:txBody>
            <a:bodyPr wrap="square" lIns="0" tIns="0" rIns="0" bIns="0" rtlCol="0"/>
            <a:lstStyle/>
            <a:p>
              <a:endParaRPr/>
            </a:p>
          </p:txBody>
        </p:sp>
      </p:grpSp>
      <p:pic>
        <p:nvPicPr>
          <p:cNvPr id="15" name="Picture 14">
            <a:extLst>
              <a:ext uri="{FF2B5EF4-FFF2-40B4-BE49-F238E27FC236}">
                <a16:creationId xmlns:a16="http://schemas.microsoft.com/office/drawing/2014/main" id="{61BF7491-4A58-C06B-0FC9-9B425308AE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0350" y="1179162"/>
            <a:ext cx="8558002" cy="7704488"/>
          </a:xfrm>
          <a:prstGeom prst="rect">
            <a:avLst/>
          </a:prstGeom>
        </p:spPr>
      </p:pic>
      <p:pic>
        <p:nvPicPr>
          <p:cNvPr id="17" name="Picture 16">
            <a:extLst>
              <a:ext uri="{FF2B5EF4-FFF2-40B4-BE49-F238E27FC236}">
                <a16:creationId xmlns:a16="http://schemas.microsoft.com/office/drawing/2014/main" id="{53E76432-ED7B-4880-CD32-B9052E8B34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012" y="1128703"/>
            <a:ext cx="8542760" cy="77425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2E349A6-90FA-2FFC-8D51-51EA317F3F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3750" y="1263650"/>
            <a:ext cx="8183974" cy="7465309"/>
          </a:xfrm>
          <a:prstGeom prst="rect">
            <a:avLst/>
          </a:prstGeom>
        </p:spPr>
      </p:pic>
      <p:pic>
        <p:nvPicPr>
          <p:cNvPr id="11" name="Picture 10">
            <a:extLst>
              <a:ext uri="{FF2B5EF4-FFF2-40B4-BE49-F238E27FC236}">
                <a16:creationId xmlns:a16="http://schemas.microsoft.com/office/drawing/2014/main" id="{E3DCE92C-88FD-B86D-C88C-C0439F079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5550" y="1263650"/>
            <a:ext cx="8234295" cy="74233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306734" y="-939800"/>
            <a:ext cx="1029335" cy="1879600"/>
            <a:chOff x="17278143" y="-19079"/>
            <a:chExt cx="1029335" cy="1879600"/>
          </a:xfrm>
        </p:grpSpPr>
        <p:sp>
          <p:nvSpPr>
            <p:cNvPr id="3" name="object 3"/>
            <p:cNvSpPr/>
            <p:nvPr/>
          </p:nvSpPr>
          <p:spPr>
            <a:xfrm>
              <a:off x="17322418" y="0"/>
              <a:ext cx="965835" cy="916305"/>
            </a:xfrm>
            <a:custGeom>
              <a:avLst/>
              <a:gdLst/>
              <a:ahLst/>
              <a:cxnLst/>
              <a:rect l="l" t="t" r="r" b="b"/>
              <a:pathLst>
                <a:path w="965834" h="916305">
                  <a:moveTo>
                    <a:pt x="506900" y="0"/>
                  </a:moveTo>
                  <a:lnTo>
                    <a:pt x="488345" y="0"/>
                  </a:lnTo>
                  <a:lnTo>
                    <a:pt x="487646" y="4151"/>
                  </a:lnTo>
                  <a:lnTo>
                    <a:pt x="475680" y="47486"/>
                  </a:lnTo>
                  <a:lnTo>
                    <a:pt x="459456" y="89850"/>
                  </a:lnTo>
                  <a:lnTo>
                    <a:pt x="439280" y="130944"/>
                  </a:lnTo>
                  <a:lnTo>
                    <a:pt x="415457" y="170467"/>
                  </a:lnTo>
                  <a:lnTo>
                    <a:pt x="388292" y="208123"/>
                  </a:lnTo>
                  <a:lnTo>
                    <a:pt x="358091" y="243610"/>
                  </a:lnTo>
                  <a:lnTo>
                    <a:pt x="325158" y="276632"/>
                  </a:lnTo>
                  <a:lnTo>
                    <a:pt x="289800" y="306888"/>
                  </a:lnTo>
                  <a:lnTo>
                    <a:pt x="252320" y="334079"/>
                  </a:lnTo>
                  <a:lnTo>
                    <a:pt x="213025" y="357908"/>
                  </a:lnTo>
                  <a:lnTo>
                    <a:pt x="172220" y="378075"/>
                  </a:lnTo>
                  <a:lnTo>
                    <a:pt x="130209" y="394280"/>
                  </a:lnTo>
                  <a:lnTo>
                    <a:pt x="87299" y="406225"/>
                  </a:lnTo>
                  <a:lnTo>
                    <a:pt x="43794" y="413612"/>
                  </a:lnTo>
                  <a:lnTo>
                    <a:pt x="0" y="416140"/>
                  </a:lnTo>
                  <a:lnTo>
                    <a:pt x="43794" y="418669"/>
                  </a:lnTo>
                  <a:lnTo>
                    <a:pt x="87299" y="426055"/>
                  </a:lnTo>
                  <a:lnTo>
                    <a:pt x="130209" y="437998"/>
                  </a:lnTo>
                  <a:lnTo>
                    <a:pt x="172220" y="454199"/>
                  </a:lnTo>
                  <a:lnTo>
                    <a:pt x="213025" y="474357"/>
                  </a:lnTo>
                  <a:lnTo>
                    <a:pt x="252320" y="498173"/>
                  </a:lnTo>
                  <a:lnTo>
                    <a:pt x="289800" y="525347"/>
                  </a:lnTo>
                  <a:lnTo>
                    <a:pt x="325158" y="555579"/>
                  </a:lnTo>
                  <a:lnTo>
                    <a:pt x="358091" y="588570"/>
                  </a:lnTo>
                  <a:lnTo>
                    <a:pt x="388292" y="624019"/>
                  </a:lnTo>
                  <a:lnTo>
                    <a:pt x="415457" y="661626"/>
                  </a:lnTo>
                  <a:lnTo>
                    <a:pt x="439280" y="701093"/>
                  </a:lnTo>
                  <a:lnTo>
                    <a:pt x="459456" y="742118"/>
                  </a:lnTo>
                  <a:lnTo>
                    <a:pt x="475680" y="784402"/>
                  </a:lnTo>
                  <a:lnTo>
                    <a:pt x="487646" y="827645"/>
                  </a:lnTo>
                  <a:lnTo>
                    <a:pt x="495050" y="871547"/>
                  </a:lnTo>
                  <a:lnTo>
                    <a:pt x="497585" y="915809"/>
                  </a:lnTo>
                  <a:lnTo>
                    <a:pt x="500142" y="871547"/>
                  </a:lnTo>
                  <a:lnTo>
                    <a:pt x="507604" y="827645"/>
                  </a:lnTo>
                  <a:lnTo>
                    <a:pt x="519662" y="784402"/>
                  </a:lnTo>
                  <a:lnTo>
                    <a:pt x="536008" y="742118"/>
                  </a:lnTo>
                  <a:lnTo>
                    <a:pt x="556331" y="701093"/>
                  </a:lnTo>
                  <a:lnTo>
                    <a:pt x="580323" y="661626"/>
                  </a:lnTo>
                  <a:lnTo>
                    <a:pt x="607673" y="624019"/>
                  </a:lnTo>
                  <a:lnTo>
                    <a:pt x="638073" y="588570"/>
                  </a:lnTo>
                  <a:lnTo>
                    <a:pt x="671212" y="555579"/>
                  </a:lnTo>
                  <a:lnTo>
                    <a:pt x="706783" y="525347"/>
                  </a:lnTo>
                  <a:lnTo>
                    <a:pt x="744474" y="498173"/>
                  </a:lnTo>
                  <a:lnTo>
                    <a:pt x="783977" y="474357"/>
                  </a:lnTo>
                  <a:lnTo>
                    <a:pt x="824982" y="454199"/>
                  </a:lnTo>
                  <a:lnTo>
                    <a:pt x="867181" y="437998"/>
                  </a:lnTo>
                  <a:lnTo>
                    <a:pt x="910262" y="426055"/>
                  </a:lnTo>
                  <a:lnTo>
                    <a:pt x="953918" y="418669"/>
                  </a:lnTo>
                  <a:lnTo>
                    <a:pt x="965602" y="417996"/>
                  </a:lnTo>
                  <a:lnTo>
                    <a:pt x="965602" y="414284"/>
                  </a:lnTo>
                  <a:lnTo>
                    <a:pt x="910262" y="406225"/>
                  </a:lnTo>
                  <a:lnTo>
                    <a:pt x="867181" y="394280"/>
                  </a:lnTo>
                  <a:lnTo>
                    <a:pt x="824982" y="378075"/>
                  </a:lnTo>
                  <a:lnTo>
                    <a:pt x="783977" y="357908"/>
                  </a:lnTo>
                  <a:lnTo>
                    <a:pt x="744474" y="334079"/>
                  </a:lnTo>
                  <a:lnTo>
                    <a:pt x="706783" y="306888"/>
                  </a:lnTo>
                  <a:lnTo>
                    <a:pt x="671212" y="276632"/>
                  </a:lnTo>
                  <a:lnTo>
                    <a:pt x="638073" y="243610"/>
                  </a:lnTo>
                  <a:lnTo>
                    <a:pt x="607673" y="208123"/>
                  </a:lnTo>
                  <a:lnTo>
                    <a:pt x="580323" y="170467"/>
                  </a:lnTo>
                  <a:lnTo>
                    <a:pt x="556331" y="130944"/>
                  </a:lnTo>
                  <a:lnTo>
                    <a:pt x="536008" y="89850"/>
                  </a:lnTo>
                  <a:lnTo>
                    <a:pt x="519662" y="47486"/>
                  </a:lnTo>
                  <a:lnTo>
                    <a:pt x="507604" y="4151"/>
                  </a:lnTo>
                  <a:lnTo>
                    <a:pt x="506900" y="0"/>
                  </a:lnTo>
                  <a:close/>
                </a:path>
              </a:pathLst>
            </a:custGeom>
            <a:solidFill>
              <a:srgbClr val="36D636"/>
            </a:solidFill>
          </p:spPr>
          <p:txBody>
            <a:bodyPr wrap="square" lIns="0" tIns="0" rIns="0" bIns="0" rtlCol="0"/>
            <a:lstStyle/>
            <a:p>
              <a:endParaRPr/>
            </a:p>
          </p:txBody>
        </p:sp>
        <p:sp>
          <p:nvSpPr>
            <p:cNvPr id="4" name="object 4"/>
            <p:cNvSpPr/>
            <p:nvPr/>
          </p:nvSpPr>
          <p:spPr>
            <a:xfrm>
              <a:off x="17322494" y="0"/>
              <a:ext cx="965835" cy="916305"/>
            </a:xfrm>
            <a:custGeom>
              <a:avLst/>
              <a:gdLst/>
              <a:ahLst/>
              <a:cxnLst/>
              <a:rect l="l" t="t" r="r" b="b"/>
              <a:pathLst>
                <a:path w="965834" h="916305">
                  <a:moveTo>
                    <a:pt x="497446" y="915851"/>
                  </a:moveTo>
                  <a:lnTo>
                    <a:pt x="494912" y="871590"/>
                  </a:lnTo>
                  <a:lnTo>
                    <a:pt x="487512" y="827689"/>
                  </a:lnTo>
                  <a:lnTo>
                    <a:pt x="475551" y="784447"/>
                  </a:lnTo>
                  <a:lnTo>
                    <a:pt x="459335" y="742164"/>
                  </a:lnTo>
                  <a:lnTo>
                    <a:pt x="439169" y="701140"/>
                  </a:lnTo>
                  <a:lnTo>
                    <a:pt x="415356" y="661676"/>
                  </a:lnTo>
                  <a:lnTo>
                    <a:pt x="388202" y="624069"/>
                  </a:lnTo>
                  <a:lnTo>
                    <a:pt x="358013" y="588621"/>
                  </a:lnTo>
                  <a:lnTo>
                    <a:pt x="325092" y="555632"/>
                  </a:lnTo>
                  <a:lnTo>
                    <a:pt x="289746" y="525401"/>
                  </a:lnTo>
                  <a:lnTo>
                    <a:pt x="252278" y="498227"/>
                  </a:lnTo>
                  <a:lnTo>
                    <a:pt x="212993" y="474412"/>
                  </a:lnTo>
                  <a:lnTo>
                    <a:pt x="172198" y="454254"/>
                  </a:lnTo>
                  <a:lnTo>
                    <a:pt x="130196" y="438054"/>
                  </a:lnTo>
                  <a:lnTo>
                    <a:pt x="87292" y="426111"/>
                  </a:lnTo>
                  <a:lnTo>
                    <a:pt x="43792" y="418726"/>
                  </a:lnTo>
                  <a:lnTo>
                    <a:pt x="0" y="416197"/>
                  </a:lnTo>
                  <a:lnTo>
                    <a:pt x="43792" y="413668"/>
                  </a:lnTo>
                  <a:lnTo>
                    <a:pt x="87292" y="406282"/>
                  </a:lnTo>
                  <a:lnTo>
                    <a:pt x="130196" y="394336"/>
                  </a:lnTo>
                  <a:lnTo>
                    <a:pt x="172198" y="378130"/>
                  </a:lnTo>
                  <a:lnTo>
                    <a:pt x="212993" y="357964"/>
                  </a:lnTo>
                  <a:lnTo>
                    <a:pt x="252278" y="334135"/>
                  </a:lnTo>
                  <a:lnTo>
                    <a:pt x="289746" y="306942"/>
                  </a:lnTo>
                  <a:lnTo>
                    <a:pt x="325092" y="276686"/>
                  </a:lnTo>
                  <a:lnTo>
                    <a:pt x="358013" y="243663"/>
                  </a:lnTo>
                  <a:lnTo>
                    <a:pt x="388202" y="208175"/>
                  </a:lnTo>
                  <a:lnTo>
                    <a:pt x="415356" y="170519"/>
                  </a:lnTo>
                  <a:lnTo>
                    <a:pt x="439169" y="130995"/>
                  </a:lnTo>
                  <a:lnTo>
                    <a:pt x="459335" y="89901"/>
                  </a:lnTo>
                  <a:lnTo>
                    <a:pt x="475551" y="47536"/>
                  </a:lnTo>
                  <a:lnTo>
                    <a:pt x="487512" y="4199"/>
                  </a:lnTo>
                  <a:lnTo>
                    <a:pt x="488218" y="0"/>
                  </a:lnTo>
                </a:path>
                <a:path w="965834" h="916305">
                  <a:moveTo>
                    <a:pt x="506756" y="0"/>
                  </a:moveTo>
                  <a:lnTo>
                    <a:pt x="519533" y="47536"/>
                  </a:lnTo>
                  <a:lnTo>
                    <a:pt x="535885" y="89901"/>
                  </a:lnTo>
                  <a:lnTo>
                    <a:pt x="556217" y="130995"/>
                  </a:lnTo>
                  <a:lnTo>
                    <a:pt x="580217" y="170519"/>
                  </a:lnTo>
                  <a:lnTo>
                    <a:pt x="607578" y="208175"/>
                  </a:lnTo>
                  <a:lnTo>
                    <a:pt x="637988" y="243663"/>
                  </a:lnTo>
                  <a:lnTo>
                    <a:pt x="671138" y="276686"/>
                  </a:lnTo>
                  <a:lnTo>
                    <a:pt x="706718" y="306942"/>
                  </a:lnTo>
                  <a:lnTo>
                    <a:pt x="744419" y="334135"/>
                  </a:lnTo>
                  <a:lnTo>
                    <a:pt x="783931" y="357964"/>
                  </a:lnTo>
                  <a:lnTo>
                    <a:pt x="824944" y="378130"/>
                  </a:lnTo>
                  <a:lnTo>
                    <a:pt x="867149" y="394336"/>
                  </a:lnTo>
                  <a:lnTo>
                    <a:pt x="910235" y="406282"/>
                  </a:lnTo>
                  <a:lnTo>
                    <a:pt x="953893" y="413668"/>
                  </a:lnTo>
                  <a:lnTo>
                    <a:pt x="965528" y="414338"/>
                  </a:lnTo>
                </a:path>
                <a:path w="965834" h="916305">
                  <a:moveTo>
                    <a:pt x="965528" y="418056"/>
                  </a:moveTo>
                  <a:lnTo>
                    <a:pt x="910235" y="426111"/>
                  </a:lnTo>
                  <a:lnTo>
                    <a:pt x="867149" y="438054"/>
                  </a:lnTo>
                  <a:lnTo>
                    <a:pt x="824944" y="454254"/>
                  </a:lnTo>
                  <a:lnTo>
                    <a:pt x="783931" y="474412"/>
                  </a:lnTo>
                  <a:lnTo>
                    <a:pt x="744419" y="498227"/>
                  </a:lnTo>
                  <a:lnTo>
                    <a:pt x="706718" y="525401"/>
                  </a:lnTo>
                  <a:lnTo>
                    <a:pt x="671138" y="555632"/>
                  </a:lnTo>
                  <a:lnTo>
                    <a:pt x="637988" y="588621"/>
                  </a:lnTo>
                  <a:lnTo>
                    <a:pt x="607578" y="624069"/>
                  </a:lnTo>
                  <a:lnTo>
                    <a:pt x="580217" y="661676"/>
                  </a:lnTo>
                  <a:lnTo>
                    <a:pt x="556217" y="701140"/>
                  </a:lnTo>
                  <a:lnTo>
                    <a:pt x="535885" y="742164"/>
                  </a:lnTo>
                  <a:lnTo>
                    <a:pt x="519533" y="784447"/>
                  </a:lnTo>
                  <a:lnTo>
                    <a:pt x="507469" y="827689"/>
                  </a:lnTo>
                  <a:lnTo>
                    <a:pt x="500003" y="871590"/>
                  </a:lnTo>
                  <a:lnTo>
                    <a:pt x="497446" y="915851"/>
                  </a:lnTo>
                </a:path>
              </a:pathLst>
            </a:custGeom>
            <a:ln w="18718">
              <a:solidFill>
                <a:srgbClr val="36D636"/>
              </a:solidFill>
            </a:ln>
          </p:spPr>
          <p:txBody>
            <a:bodyPr wrap="square" lIns="0" tIns="0" rIns="0" bIns="0" rtlCol="0"/>
            <a:lstStyle/>
            <a:p>
              <a:endParaRPr/>
            </a:p>
          </p:txBody>
        </p:sp>
        <p:sp>
          <p:nvSpPr>
            <p:cNvPr id="5" name="object 5"/>
            <p:cNvSpPr/>
            <p:nvPr/>
          </p:nvSpPr>
          <p:spPr>
            <a:xfrm>
              <a:off x="17322418" y="840931"/>
              <a:ext cx="965835" cy="1000125"/>
            </a:xfrm>
            <a:custGeom>
              <a:avLst/>
              <a:gdLst/>
              <a:ahLst/>
              <a:cxnLst/>
              <a:rect l="l" t="t" r="r" b="b"/>
              <a:pathLst>
                <a:path w="965834" h="1000125">
                  <a:moveTo>
                    <a:pt x="497585" y="0"/>
                  </a:moveTo>
                  <a:lnTo>
                    <a:pt x="495050" y="44382"/>
                  </a:lnTo>
                  <a:lnTo>
                    <a:pt x="487646" y="88390"/>
                  </a:lnTo>
                  <a:lnTo>
                    <a:pt x="475680" y="131726"/>
                  </a:lnTo>
                  <a:lnTo>
                    <a:pt x="459456" y="174089"/>
                  </a:lnTo>
                  <a:lnTo>
                    <a:pt x="439280" y="215183"/>
                  </a:lnTo>
                  <a:lnTo>
                    <a:pt x="415457" y="254706"/>
                  </a:lnTo>
                  <a:lnTo>
                    <a:pt x="388292" y="292362"/>
                  </a:lnTo>
                  <a:lnTo>
                    <a:pt x="358091" y="327849"/>
                  </a:lnTo>
                  <a:lnTo>
                    <a:pt x="325158" y="360871"/>
                  </a:lnTo>
                  <a:lnTo>
                    <a:pt x="289800" y="391127"/>
                  </a:lnTo>
                  <a:lnTo>
                    <a:pt x="252320" y="418319"/>
                  </a:lnTo>
                  <a:lnTo>
                    <a:pt x="213025" y="442147"/>
                  </a:lnTo>
                  <a:lnTo>
                    <a:pt x="172220" y="462314"/>
                  </a:lnTo>
                  <a:lnTo>
                    <a:pt x="130209" y="478519"/>
                  </a:lnTo>
                  <a:lnTo>
                    <a:pt x="87299" y="490464"/>
                  </a:lnTo>
                  <a:lnTo>
                    <a:pt x="43794" y="497851"/>
                  </a:lnTo>
                  <a:lnTo>
                    <a:pt x="0" y="500379"/>
                  </a:lnTo>
                  <a:lnTo>
                    <a:pt x="43794" y="502908"/>
                  </a:lnTo>
                  <a:lnTo>
                    <a:pt x="87299" y="510294"/>
                  </a:lnTo>
                  <a:lnTo>
                    <a:pt x="130209" y="522237"/>
                  </a:lnTo>
                  <a:lnTo>
                    <a:pt x="172220" y="538438"/>
                  </a:lnTo>
                  <a:lnTo>
                    <a:pt x="213025" y="558596"/>
                  </a:lnTo>
                  <a:lnTo>
                    <a:pt x="252320" y="582412"/>
                  </a:lnTo>
                  <a:lnTo>
                    <a:pt x="289800" y="609586"/>
                  </a:lnTo>
                  <a:lnTo>
                    <a:pt x="325158" y="639819"/>
                  </a:lnTo>
                  <a:lnTo>
                    <a:pt x="358091" y="672809"/>
                  </a:lnTo>
                  <a:lnTo>
                    <a:pt x="388292" y="708258"/>
                  </a:lnTo>
                  <a:lnTo>
                    <a:pt x="415457" y="745865"/>
                  </a:lnTo>
                  <a:lnTo>
                    <a:pt x="439280" y="785332"/>
                  </a:lnTo>
                  <a:lnTo>
                    <a:pt x="459456" y="826357"/>
                  </a:lnTo>
                  <a:lnTo>
                    <a:pt x="475680" y="868641"/>
                  </a:lnTo>
                  <a:lnTo>
                    <a:pt x="487646" y="911884"/>
                  </a:lnTo>
                  <a:lnTo>
                    <a:pt x="495050" y="955786"/>
                  </a:lnTo>
                  <a:lnTo>
                    <a:pt x="497585" y="1000048"/>
                  </a:lnTo>
                  <a:lnTo>
                    <a:pt x="500142" y="955786"/>
                  </a:lnTo>
                  <a:lnTo>
                    <a:pt x="507604" y="911884"/>
                  </a:lnTo>
                  <a:lnTo>
                    <a:pt x="519662" y="868641"/>
                  </a:lnTo>
                  <a:lnTo>
                    <a:pt x="536008" y="826357"/>
                  </a:lnTo>
                  <a:lnTo>
                    <a:pt x="556331" y="785332"/>
                  </a:lnTo>
                  <a:lnTo>
                    <a:pt x="580323" y="745865"/>
                  </a:lnTo>
                  <a:lnTo>
                    <a:pt x="607673" y="708258"/>
                  </a:lnTo>
                  <a:lnTo>
                    <a:pt x="638073" y="672809"/>
                  </a:lnTo>
                  <a:lnTo>
                    <a:pt x="671212" y="639819"/>
                  </a:lnTo>
                  <a:lnTo>
                    <a:pt x="706783" y="609586"/>
                  </a:lnTo>
                  <a:lnTo>
                    <a:pt x="744474" y="582412"/>
                  </a:lnTo>
                  <a:lnTo>
                    <a:pt x="783977" y="558596"/>
                  </a:lnTo>
                  <a:lnTo>
                    <a:pt x="824982" y="538438"/>
                  </a:lnTo>
                  <a:lnTo>
                    <a:pt x="867181" y="522237"/>
                  </a:lnTo>
                  <a:lnTo>
                    <a:pt x="910262" y="510294"/>
                  </a:lnTo>
                  <a:lnTo>
                    <a:pt x="953918" y="502908"/>
                  </a:lnTo>
                  <a:lnTo>
                    <a:pt x="965602" y="502235"/>
                  </a:lnTo>
                  <a:lnTo>
                    <a:pt x="965602" y="498524"/>
                  </a:lnTo>
                  <a:lnTo>
                    <a:pt x="910262" y="490464"/>
                  </a:lnTo>
                  <a:lnTo>
                    <a:pt x="867181" y="478519"/>
                  </a:lnTo>
                  <a:lnTo>
                    <a:pt x="824982" y="462314"/>
                  </a:lnTo>
                  <a:lnTo>
                    <a:pt x="783977" y="442147"/>
                  </a:lnTo>
                  <a:lnTo>
                    <a:pt x="744474" y="418319"/>
                  </a:lnTo>
                  <a:lnTo>
                    <a:pt x="706783" y="391127"/>
                  </a:lnTo>
                  <a:lnTo>
                    <a:pt x="671212" y="360871"/>
                  </a:lnTo>
                  <a:lnTo>
                    <a:pt x="638073" y="327849"/>
                  </a:lnTo>
                  <a:lnTo>
                    <a:pt x="607673" y="292362"/>
                  </a:lnTo>
                  <a:lnTo>
                    <a:pt x="580323" y="254706"/>
                  </a:lnTo>
                  <a:lnTo>
                    <a:pt x="556331" y="215183"/>
                  </a:lnTo>
                  <a:lnTo>
                    <a:pt x="536008" y="174089"/>
                  </a:lnTo>
                  <a:lnTo>
                    <a:pt x="519662" y="131726"/>
                  </a:lnTo>
                  <a:lnTo>
                    <a:pt x="507604" y="88390"/>
                  </a:lnTo>
                  <a:lnTo>
                    <a:pt x="500142" y="44382"/>
                  </a:lnTo>
                  <a:lnTo>
                    <a:pt x="497585" y="0"/>
                  </a:lnTo>
                  <a:close/>
                </a:path>
              </a:pathLst>
            </a:custGeom>
            <a:solidFill>
              <a:srgbClr val="36D636"/>
            </a:solidFill>
          </p:spPr>
          <p:txBody>
            <a:bodyPr wrap="square" lIns="0" tIns="0" rIns="0" bIns="0" rtlCol="0"/>
            <a:lstStyle/>
            <a:p>
              <a:endParaRPr/>
            </a:p>
          </p:txBody>
        </p:sp>
        <p:sp>
          <p:nvSpPr>
            <p:cNvPr id="6" name="object 6"/>
            <p:cNvSpPr/>
            <p:nvPr/>
          </p:nvSpPr>
          <p:spPr>
            <a:xfrm>
              <a:off x="17322494" y="840982"/>
              <a:ext cx="965835" cy="1000125"/>
            </a:xfrm>
            <a:custGeom>
              <a:avLst/>
              <a:gdLst/>
              <a:ahLst/>
              <a:cxnLst/>
              <a:rect l="l" t="t" r="r" b="b"/>
              <a:pathLst>
                <a:path w="965834" h="1000125">
                  <a:moveTo>
                    <a:pt x="497446" y="1000043"/>
                  </a:moveTo>
                  <a:lnTo>
                    <a:pt x="494912" y="955780"/>
                  </a:lnTo>
                  <a:lnTo>
                    <a:pt x="487512" y="911877"/>
                  </a:lnTo>
                  <a:lnTo>
                    <a:pt x="475551" y="868634"/>
                  </a:lnTo>
                  <a:lnTo>
                    <a:pt x="459335" y="826350"/>
                  </a:lnTo>
                  <a:lnTo>
                    <a:pt x="439169" y="785325"/>
                  </a:lnTo>
                  <a:lnTo>
                    <a:pt x="415356" y="745859"/>
                  </a:lnTo>
                  <a:lnTo>
                    <a:pt x="388202" y="708252"/>
                  </a:lnTo>
                  <a:lnTo>
                    <a:pt x="358013" y="672803"/>
                  </a:lnTo>
                  <a:lnTo>
                    <a:pt x="325092" y="639813"/>
                  </a:lnTo>
                  <a:lnTo>
                    <a:pt x="289746" y="609581"/>
                  </a:lnTo>
                  <a:lnTo>
                    <a:pt x="252278" y="582408"/>
                  </a:lnTo>
                  <a:lnTo>
                    <a:pt x="212993" y="558592"/>
                  </a:lnTo>
                  <a:lnTo>
                    <a:pt x="172198" y="538434"/>
                  </a:lnTo>
                  <a:lnTo>
                    <a:pt x="130196" y="522234"/>
                  </a:lnTo>
                  <a:lnTo>
                    <a:pt x="87292" y="510291"/>
                  </a:lnTo>
                  <a:lnTo>
                    <a:pt x="43792" y="502905"/>
                  </a:lnTo>
                  <a:lnTo>
                    <a:pt x="0" y="500377"/>
                  </a:lnTo>
                  <a:lnTo>
                    <a:pt x="43792" y="497848"/>
                  </a:lnTo>
                  <a:lnTo>
                    <a:pt x="87292" y="490462"/>
                  </a:lnTo>
                  <a:lnTo>
                    <a:pt x="130196" y="478516"/>
                  </a:lnTo>
                  <a:lnTo>
                    <a:pt x="172198" y="462310"/>
                  </a:lnTo>
                  <a:lnTo>
                    <a:pt x="212993" y="442144"/>
                  </a:lnTo>
                  <a:lnTo>
                    <a:pt x="252278" y="418315"/>
                  </a:lnTo>
                  <a:lnTo>
                    <a:pt x="289746" y="391123"/>
                  </a:lnTo>
                  <a:lnTo>
                    <a:pt x="325092" y="360867"/>
                  </a:lnTo>
                  <a:lnTo>
                    <a:pt x="358013" y="327845"/>
                  </a:lnTo>
                  <a:lnTo>
                    <a:pt x="388202" y="292357"/>
                  </a:lnTo>
                  <a:lnTo>
                    <a:pt x="415356" y="254702"/>
                  </a:lnTo>
                  <a:lnTo>
                    <a:pt x="439169" y="215179"/>
                  </a:lnTo>
                  <a:lnTo>
                    <a:pt x="459335" y="174086"/>
                  </a:lnTo>
                  <a:lnTo>
                    <a:pt x="475551" y="131723"/>
                  </a:lnTo>
                  <a:lnTo>
                    <a:pt x="487512" y="88388"/>
                  </a:lnTo>
                  <a:lnTo>
                    <a:pt x="494912" y="44380"/>
                  </a:lnTo>
                  <a:lnTo>
                    <a:pt x="497446" y="0"/>
                  </a:lnTo>
                  <a:lnTo>
                    <a:pt x="500003" y="44380"/>
                  </a:lnTo>
                  <a:lnTo>
                    <a:pt x="507469" y="88388"/>
                  </a:lnTo>
                  <a:lnTo>
                    <a:pt x="519533" y="131723"/>
                  </a:lnTo>
                  <a:lnTo>
                    <a:pt x="535885" y="174086"/>
                  </a:lnTo>
                  <a:lnTo>
                    <a:pt x="556217" y="215179"/>
                  </a:lnTo>
                  <a:lnTo>
                    <a:pt x="580217" y="254702"/>
                  </a:lnTo>
                  <a:lnTo>
                    <a:pt x="607578" y="292357"/>
                  </a:lnTo>
                  <a:lnTo>
                    <a:pt x="637988" y="327845"/>
                  </a:lnTo>
                  <a:lnTo>
                    <a:pt x="671138" y="360867"/>
                  </a:lnTo>
                  <a:lnTo>
                    <a:pt x="706718" y="391123"/>
                  </a:lnTo>
                  <a:lnTo>
                    <a:pt x="744419" y="418315"/>
                  </a:lnTo>
                  <a:lnTo>
                    <a:pt x="783931" y="442144"/>
                  </a:lnTo>
                  <a:lnTo>
                    <a:pt x="824944" y="462310"/>
                  </a:lnTo>
                  <a:lnTo>
                    <a:pt x="867149" y="478516"/>
                  </a:lnTo>
                  <a:lnTo>
                    <a:pt x="910235" y="490462"/>
                  </a:lnTo>
                  <a:lnTo>
                    <a:pt x="953893" y="497848"/>
                  </a:lnTo>
                  <a:lnTo>
                    <a:pt x="965528" y="498518"/>
                  </a:lnTo>
                </a:path>
                <a:path w="965834" h="1000125">
                  <a:moveTo>
                    <a:pt x="965528" y="502236"/>
                  </a:moveTo>
                  <a:lnTo>
                    <a:pt x="910235" y="510291"/>
                  </a:lnTo>
                  <a:lnTo>
                    <a:pt x="867149" y="522234"/>
                  </a:lnTo>
                  <a:lnTo>
                    <a:pt x="824944" y="538434"/>
                  </a:lnTo>
                  <a:lnTo>
                    <a:pt x="783931" y="558592"/>
                  </a:lnTo>
                  <a:lnTo>
                    <a:pt x="744419" y="582408"/>
                  </a:lnTo>
                  <a:lnTo>
                    <a:pt x="706718" y="609581"/>
                  </a:lnTo>
                  <a:lnTo>
                    <a:pt x="671138" y="639813"/>
                  </a:lnTo>
                  <a:lnTo>
                    <a:pt x="637988" y="672803"/>
                  </a:lnTo>
                  <a:lnTo>
                    <a:pt x="607578" y="708252"/>
                  </a:lnTo>
                  <a:lnTo>
                    <a:pt x="580217" y="745859"/>
                  </a:lnTo>
                  <a:lnTo>
                    <a:pt x="556217" y="785325"/>
                  </a:lnTo>
                  <a:lnTo>
                    <a:pt x="535885" y="826350"/>
                  </a:lnTo>
                  <a:lnTo>
                    <a:pt x="519533" y="868634"/>
                  </a:lnTo>
                  <a:lnTo>
                    <a:pt x="507469" y="911877"/>
                  </a:lnTo>
                  <a:lnTo>
                    <a:pt x="500003" y="955780"/>
                  </a:lnTo>
                  <a:lnTo>
                    <a:pt x="497446" y="1000043"/>
                  </a:lnTo>
                </a:path>
              </a:pathLst>
            </a:custGeom>
            <a:ln w="18718">
              <a:solidFill>
                <a:srgbClr val="36D636"/>
              </a:solidFill>
            </a:ln>
          </p:spPr>
          <p:txBody>
            <a:bodyPr wrap="square" lIns="0" tIns="0" rIns="0" bIns="0" rtlCol="0"/>
            <a:lstStyle/>
            <a:p>
              <a:endParaRPr/>
            </a:p>
          </p:txBody>
        </p:sp>
        <p:sp>
          <p:nvSpPr>
            <p:cNvPr id="7" name="object 7"/>
            <p:cNvSpPr/>
            <p:nvPr/>
          </p:nvSpPr>
          <p:spPr>
            <a:xfrm>
              <a:off x="17297222" y="0"/>
              <a:ext cx="991235" cy="1841500"/>
            </a:xfrm>
            <a:custGeom>
              <a:avLst/>
              <a:gdLst/>
              <a:ahLst/>
              <a:cxnLst/>
              <a:rect l="l" t="t" r="r" b="b"/>
              <a:pathLst>
                <a:path w="991234" h="1841500">
                  <a:moveTo>
                    <a:pt x="990800" y="1841026"/>
                  </a:moveTo>
                  <a:lnTo>
                    <a:pt x="0" y="1841026"/>
                  </a:lnTo>
                  <a:lnTo>
                    <a:pt x="0" y="0"/>
                  </a:lnTo>
                </a:path>
              </a:pathLst>
            </a:custGeom>
            <a:ln w="38157">
              <a:solidFill>
                <a:srgbClr val="959595"/>
              </a:solidFill>
            </a:ln>
          </p:spPr>
          <p:txBody>
            <a:bodyPr wrap="square" lIns="0" tIns="0" rIns="0" bIns="0" rtlCol="0"/>
            <a:lstStyle/>
            <a:p>
              <a:endParaRPr/>
            </a:p>
          </p:txBody>
        </p:sp>
      </p:grpSp>
      <p:grpSp>
        <p:nvGrpSpPr>
          <p:cNvPr id="8" name="object 8"/>
          <p:cNvGrpSpPr/>
          <p:nvPr/>
        </p:nvGrpSpPr>
        <p:grpSpPr>
          <a:xfrm>
            <a:off x="16661361" y="291908"/>
            <a:ext cx="459740" cy="459740"/>
            <a:chOff x="17591764" y="2317642"/>
            <a:chExt cx="459740" cy="459740"/>
          </a:xfrm>
        </p:grpSpPr>
        <p:sp>
          <p:nvSpPr>
            <p:cNvPr id="9" name="object 9"/>
            <p:cNvSpPr/>
            <p:nvPr/>
          </p:nvSpPr>
          <p:spPr>
            <a:xfrm>
              <a:off x="17601057" y="2326970"/>
              <a:ext cx="440690" cy="440690"/>
            </a:xfrm>
            <a:custGeom>
              <a:avLst/>
              <a:gdLst/>
              <a:ahLst/>
              <a:cxnLst/>
              <a:rect l="l" t="t" r="r" b="b"/>
              <a:pathLst>
                <a:path w="440690" h="440689">
                  <a:moveTo>
                    <a:pt x="231902" y="0"/>
                  </a:moveTo>
                  <a:lnTo>
                    <a:pt x="208788" y="0"/>
                  </a:lnTo>
                  <a:lnTo>
                    <a:pt x="185801" y="2870"/>
                  </a:lnTo>
                  <a:lnTo>
                    <a:pt x="141097" y="14401"/>
                  </a:lnTo>
                  <a:lnTo>
                    <a:pt x="110236" y="29514"/>
                  </a:lnTo>
                  <a:lnTo>
                    <a:pt x="100076" y="35267"/>
                  </a:lnTo>
                  <a:lnTo>
                    <a:pt x="64770" y="64795"/>
                  </a:lnTo>
                  <a:lnTo>
                    <a:pt x="35306" y="100076"/>
                  </a:lnTo>
                  <a:lnTo>
                    <a:pt x="29591" y="110147"/>
                  </a:lnTo>
                  <a:lnTo>
                    <a:pt x="23749" y="120230"/>
                  </a:lnTo>
                  <a:lnTo>
                    <a:pt x="7239" y="163423"/>
                  </a:lnTo>
                  <a:lnTo>
                    <a:pt x="1524" y="197269"/>
                  </a:lnTo>
                  <a:lnTo>
                    <a:pt x="0" y="208788"/>
                  </a:lnTo>
                  <a:lnTo>
                    <a:pt x="0" y="220306"/>
                  </a:lnTo>
                  <a:lnTo>
                    <a:pt x="0" y="231825"/>
                  </a:lnTo>
                  <a:lnTo>
                    <a:pt x="1524" y="243344"/>
                  </a:lnTo>
                  <a:lnTo>
                    <a:pt x="10795" y="287985"/>
                  </a:lnTo>
                  <a:lnTo>
                    <a:pt x="29591" y="330466"/>
                  </a:lnTo>
                  <a:lnTo>
                    <a:pt x="56896" y="367182"/>
                  </a:lnTo>
                  <a:lnTo>
                    <a:pt x="82169" y="390944"/>
                  </a:lnTo>
                  <a:lnTo>
                    <a:pt x="90805" y="398145"/>
                  </a:lnTo>
                  <a:lnTo>
                    <a:pt x="131064" y="421182"/>
                  </a:lnTo>
                  <a:lnTo>
                    <a:pt x="175006" y="434860"/>
                  </a:lnTo>
                  <a:lnTo>
                    <a:pt x="185801" y="437019"/>
                  </a:lnTo>
                  <a:lnTo>
                    <a:pt x="208788" y="439902"/>
                  </a:lnTo>
                  <a:lnTo>
                    <a:pt x="220345" y="439902"/>
                  </a:lnTo>
                  <a:lnTo>
                    <a:pt x="220345" y="440626"/>
                  </a:lnTo>
                  <a:lnTo>
                    <a:pt x="231902" y="440626"/>
                  </a:lnTo>
                  <a:lnTo>
                    <a:pt x="243332" y="439178"/>
                  </a:lnTo>
                  <a:lnTo>
                    <a:pt x="254889" y="437743"/>
                  </a:lnTo>
                  <a:lnTo>
                    <a:pt x="309626" y="421182"/>
                  </a:lnTo>
                  <a:lnTo>
                    <a:pt x="349250" y="398145"/>
                  </a:lnTo>
                  <a:lnTo>
                    <a:pt x="383794" y="367182"/>
                  </a:lnTo>
                  <a:lnTo>
                    <a:pt x="390906" y="358546"/>
                  </a:lnTo>
                  <a:lnTo>
                    <a:pt x="398145" y="349910"/>
                  </a:lnTo>
                  <a:lnTo>
                    <a:pt x="421259" y="309587"/>
                  </a:lnTo>
                  <a:lnTo>
                    <a:pt x="434848" y="265671"/>
                  </a:lnTo>
                  <a:lnTo>
                    <a:pt x="437007" y="254863"/>
                  </a:lnTo>
                  <a:lnTo>
                    <a:pt x="438531" y="243344"/>
                  </a:lnTo>
                  <a:lnTo>
                    <a:pt x="439928" y="231825"/>
                  </a:lnTo>
                  <a:lnTo>
                    <a:pt x="439928" y="220306"/>
                  </a:lnTo>
                  <a:lnTo>
                    <a:pt x="440690" y="220306"/>
                  </a:lnTo>
                  <a:lnTo>
                    <a:pt x="440690" y="208788"/>
                  </a:lnTo>
                  <a:lnTo>
                    <a:pt x="439166" y="197269"/>
                  </a:lnTo>
                  <a:lnTo>
                    <a:pt x="437769" y="185750"/>
                  </a:lnTo>
                  <a:lnTo>
                    <a:pt x="426212" y="141109"/>
                  </a:lnTo>
                  <a:lnTo>
                    <a:pt x="411099" y="110147"/>
                  </a:lnTo>
                  <a:lnTo>
                    <a:pt x="405384" y="100076"/>
                  </a:lnTo>
                  <a:lnTo>
                    <a:pt x="398907" y="90716"/>
                  </a:lnTo>
                  <a:lnTo>
                    <a:pt x="391668" y="81356"/>
                  </a:lnTo>
                  <a:lnTo>
                    <a:pt x="383794" y="72707"/>
                  </a:lnTo>
                  <a:lnTo>
                    <a:pt x="375793" y="64795"/>
                  </a:lnTo>
                  <a:lnTo>
                    <a:pt x="367919" y="56870"/>
                  </a:lnTo>
                  <a:lnTo>
                    <a:pt x="359283" y="48958"/>
                  </a:lnTo>
                  <a:lnTo>
                    <a:pt x="349885" y="41757"/>
                  </a:lnTo>
                  <a:lnTo>
                    <a:pt x="340614" y="35267"/>
                  </a:lnTo>
                  <a:lnTo>
                    <a:pt x="330454" y="29514"/>
                  </a:lnTo>
                  <a:lnTo>
                    <a:pt x="320421" y="23749"/>
                  </a:lnTo>
                  <a:lnTo>
                    <a:pt x="277241" y="7188"/>
                  </a:lnTo>
                  <a:lnTo>
                    <a:pt x="254889" y="2870"/>
                  </a:lnTo>
                  <a:lnTo>
                    <a:pt x="231902" y="0"/>
                  </a:lnTo>
                  <a:close/>
                </a:path>
              </a:pathLst>
            </a:custGeom>
            <a:solidFill>
              <a:srgbClr val="959595"/>
            </a:solidFill>
          </p:spPr>
          <p:txBody>
            <a:bodyPr wrap="square" lIns="0" tIns="0" rIns="0" bIns="0" rtlCol="0"/>
            <a:lstStyle/>
            <a:p>
              <a:endParaRPr/>
            </a:p>
          </p:txBody>
        </p:sp>
        <p:sp>
          <p:nvSpPr>
            <p:cNvPr id="10" name="object 10"/>
            <p:cNvSpPr/>
            <p:nvPr/>
          </p:nvSpPr>
          <p:spPr>
            <a:xfrm>
              <a:off x="17601124" y="2327001"/>
              <a:ext cx="440690" cy="440690"/>
            </a:xfrm>
            <a:custGeom>
              <a:avLst/>
              <a:gdLst/>
              <a:ahLst/>
              <a:cxnLst/>
              <a:rect l="l" t="t" r="r" b="b"/>
              <a:pathLst>
                <a:path w="440690" h="440689">
                  <a:moveTo>
                    <a:pt x="0" y="220311"/>
                  </a:moveTo>
                  <a:lnTo>
                    <a:pt x="0" y="208792"/>
                  </a:lnTo>
                  <a:lnTo>
                    <a:pt x="1396" y="197273"/>
                  </a:lnTo>
                  <a:lnTo>
                    <a:pt x="2793" y="185753"/>
                  </a:lnTo>
                  <a:lnTo>
                    <a:pt x="14350" y="141112"/>
                  </a:lnTo>
                  <a:lnTo>
                    <a:pt x="35305" y="100077"/>
                  </a:lnTo>
                  <a:lnTo>
                    <a:pt x="64768" y="64796"/>
                  </a:lnTo>
                  <a:lnTo>
                    <a:pt x="100073" y="35281"/>
                  </a:lnTo>
                  <a:lnTo>
                    <a:pt x="141093" y="14402"/>
                  </a:lnTo>
                  <a:lnTo>
                    <a:pt x="185669" y="2882"/>
                  </a:lnTo>
                  <a:lnTo>
                    <a:pt x="197226" y="1447"/>
                  </a:lnTo>
                  <a:lnTo>
                    <a:pt x="208782" y="0"/>
                  </a:lnTo>
                  <a:lnTo>
                    <a:pt x="220212" y="0"/>
                  </a:lnTo>
                  <a:lnTo>
                    <a:pt x="231769" y="0"/>
                  </a:lnTo>
                  <a:lnTo>
                    <a:pt x="243325" y="1447"/>
                  </a:lnTo>
                  <a:lnTo>
                    <a:pt x="288663" y="10807"/>
                  </a:lnTo>
                  <a:lnTo>
                    <a:pt x="330445" y="29515"/>
                  </a:lnTo>
                  <a:lnTo>
                    <a:pt x="367909" y="56884"/>
                  </a:lnTo>
                  <a:lnTo>
                    <a:pt x="398770" y="90717"/>
                  </a:lnTo>
                  <a:lnTo>
                    <a:pt x="421883" y="131041"/>
                  </a:lnTo>
                  <a:lnTo>
                    <a:pt x="435472" y="174234"/>
                  </a:lnTo>
                  <a:lnTo>
                    <a:pt x="440551" y="208792"/>
                  </a:lnTo>
                  <a:lnTo>
                    <a:pt x="440551" y="220311"/>
                  </a:lnTo>
                  <a:lnTo>
                    <a:pt x="439789" y="220311"/>
                  </a:lnTo>
                  <a:lnTo>
                    <a:pt x="439789" y="231830"/>
                  </a:lnTo>
                  <a:lnTo>
                    <a:pt x="438393" y="243362"/>
                  </a:lnTo>
                  <a:lnTo>
                    <a:pt x="436996" y="254881"/>
                  </a:lnTo>
                  <a:lnTo>
                    <a:pt x="434837" y="265676"/>
                  </a:lnTo>
                  <a:lnTo>
                    <a:pt x="432678" y="277195"/>
                  </a:lnTo>
                  <a:lnTo>
                    <a:pt x="428995" y="287990"/>
                  </a:lnTo>
                  <a:lnTo>
                    <a:pt x="425439" y="298798"/>
                  </a:lnTo>
                  <a:lnTo>
                    <a:pt x="421121" y="309594"/>
                  </a:lnTo>
                  <a:lnTo>
                    <a:pt x="398135" y="349917"/>
                  </a:lnTo>
                  <a:lnTo>
                    <a:pt x="390896" y="358553"/>
                  </a:lnTo>
                  <a:lnTo>
                    <a:pt x="383657" y="367189"/>
                  </a:lnTo>
                  <a:lnTo>
                    <a:pt x="349114" y="398140"/>
                  </a:lnTo>
                  <a:lnTo>
                    <a:pt x="339716" y="404630"/>
                  </a:lnTo>
                  <a:lnTo>
                    <a:pt x="330445" y="411107"/>
                  </a:lnTo>
                  <a:lnTo>
                    <a:pt x="287901" y="429827"/>
                  </a:lnTo>
                  <a:lnTo>
                    <a:pt x="243325" y="439187"/>
                  </a:lnTo>
                  <a:lnTo>
                    <a:pt x="231769" y="440622"/>
                  </a:lnTo>
                  <a:lnTo>
                    <a:pt x="220212" y="440622"/>
                  </a:lnTo>
                  <a:lnTo>
                    <a:pt x="220212" y="439911"/>
                  </a:lnTo>
                  <a:lnTo>
                    <a:pt x="208782" y="439911"/>
                  </a:lnTo>
                  <a:lnTo>
                    <a:pt x="197226" y="438463"/>
                  </a:lnTo>
                  <a:lnTo>
                    <a:pt x="185669" y="437028"/>
                  </a:lnTo>
                  <a:lnTo>
                    <a:pt x="174874" y="434869"/>
                  </a:lnTo>
                  <a:lnTo>
                    <a:pt x="163444" y="432710"/>
                  </a:lnTo>
                  <a:lnTo>
                    <a:pt x="152650" y="429103"/>
                  </a:lnTo>
                  <a:lnTo>
                    <a:pt x="141855" y="425509"/>
                  </a:lnTo>
                  <a:lnTo>
                    <a:pt x="100708" y="404630"/>
                  </a:lnTo>
                  <a:lnTo>
                    <a:pt x="64768" y="375825"/>
                  </a:lnTo>
                  <a:lnTo>
                    <a:pt x="35940" y="339833"/>
                  </a:lnTo>
                  <a:lnTo>
                    <a:pt x="15112" y="298798"/>
                  </a:lnTo>
                  <a:lnTo>
                    <a:pt x="2793" y="254881"/>
                  </a:lnTo>
                  <a:lnTo>
                    <a:pt x="0" y="231830"/>
                  </a:lnTo>
                  <a:lnTo>
                    <a:pt x="0" y="220311"/>
                  </a:lnTo>
                  <a:close/>
                </a:path>
              </a:pathLst>
            </a:custGeom>
            <a:ln w="18718">
              <a:solidFill>
                <a:srgbClr val="959595"/>
              </a:solidFill>
            </a:ln>
          </p:spPr>
          <p:txBody>
            <a:bodyPr wrap="square" lIns="0" tIns="0" rIns="0" bIns="0" rtlCol="0"/>
            <a:lstStyle/>
            <a:p>
              <a:endParaRPr/>
            </a:p>
          </p:txBody>
        </p:sp>
      </p:grpSp>
      <p:grpSp>
        <p:nvGrpSpPr>
          <p:cNvPr id="11" name="object 11"/>
          <p:cNvGrpSpPr/>
          <p:nvPr/>
        </p:nvGrpSpPr>
        <p:grpSpPr>
          <a:xfrm>
            <a:off x="-9359" y="9760438"/>
            <a:ext cx="595630" cy="535940"/>
            <a:chOff x="-9359" y="9760438"/>
            <a:chExt cx="595630" cy="535940"/>
          </a:xfrm>
        </p:grpSpPr>
        <p:sp>
          <p:nvSpPr>
            <p:cNvPr id="12" name="object 12"/>
            <p:cNvSpPr/>
            <p:nvPr/>
          </p:nvSpPr>
          <p:spPr>
            <a:xfrm>
              <a:off x="0" y="9769798"/>
              <a:ext cx="576580" cy="517525"/>
            </a:xfrm>
            <a:custGeom>
              <a:avLst/>
              <a:gdLst/>
              <a:ahLst/>
              <a:cxnLst/>
              <a:rect l="l" t="t" r="r" b="b"/>
              <a:pathLst>
                <a:path w="576580" h="517525">
                  <a:moveTo>
                    <a:pt x="0" y="0"/>
                  </a:moveTo>
                  <a:lnTo>
                    <a:pt x="0" y="517199"/>
                  </a:lnTo>
                  <a:lnTo>
                    <a:pt x="576456" y="517199"/>
                  </a:lnTo>
                  <a:lnTo>
                    <a:pt x="567352" y="463557"/>
                  </a:lnTo>
                  <a:lnTo>
                    <a:pt x="551512" y="404517"/>
                  </a:lnTo>
                  <a:lnTo>
                    <a:pt x="529912" y="346920"/>
                  </a:lnTo>
                  <a:lnTo>
                    <a:pt x="501834" y="292921"/>
                  </a:lnTo>
                  <a:lnTo>
                    <a:pt x="468713" y="241078"/>
                  </a:lnTo>
                  <a:lnTo>
                    <a:pt x="429835" y="193557"/>
                  </a:lnTo>
                  <a:lnTo>
                    <a:pt x="386636" y="150358"/>
                  </a:lnTo>
                  <a:lnTo>
                    <a:pt x="339115" y="111480"/>
                  </a:lnTo>
                  <a:lnTo>
                    <a:pt x="287997" y="78359"/>
                  </a:lnTo>
                  <a:lnTo>
                    <a:pt x="233278" y="50281"/>
                  </a:lnTo>
                  <a:lnTo>
                    <a:pt x="175676" y="28681"/>
                  </a:lnTo>
                  <a:lnTo>
                    <a:pt x="116636" y="12841"/>
                  </a:lnTo>
                  <a:lnTo>
                    <a:pt x="56157" y="2760"/>
                  </a:lnTo>
                  <a:lnTo>
                    <a:pt x="0" y="0"/>
                  </a:lnTo>
                  <a:close/>
                </a:path>
              </a:pathLst>
            </a:custGeom>
            <a:solidFill>
              <a:srgbClr val="959595"/>
            </a:solidFill>
          </p:spPr>
          <p:txBody>
            <a:bodyPr wrap="square" lIns="0" tIns="0" rIns="0" bIns="0" rtlCol="0"/>
            <a:lstStyle/>
            <a:p>
              <a:endParaRPr/>
            </a:p>
          </p:txBody>
        </p:sp>
        <p:sp>
          <p:nvSpPr>
            <p:cNvPr id="13" name="object 13"/>
            <p:cNvSpPr/>
            <p:nvPr/>
          </p:nvSpPr>
          <p:spPr>
            <a:xfrm>
              <a:off x="0" y="9769798"/>
              <a:ext cx="576580" cy="517525"/>
            </a:xfrm>
            <a:custGeom>
              <a:avLst/>
              <a:gdLst/>
              <a:ahLst/>
              <a:cxnLst/>
              <a:rect l="l" t="t" r="r" b="b"/>
              <a:pathLst>
                <a:path w="576580" h="517525">
                  <a:moveTo>
                    <a:pt x="0" y="0"/>
                  </a:moveTo>
                  <a:lnTo>
                    <a:pt x="56157" y="2760"/>
                  </a:lnTo>
                  <a:lnTo>
                    <a:pt x="116636" y="12841"/>
                  </a:lnTo>
                  <a:lnTo>
                    <a:pt x="175676" y="28681"/>
                  </a:lnTo>
                  <a:lnTo>
                    <a:pt x="233278" y="50281"/>
                  </a:lnTo>
                  <a:lnTo>
                    <a:pt x="287997" y="78359"/>
                  </a:lnTo>
                  <a:lnTo>
                    <a:pt x="339115" y="111480"/>
                  </a:lnTo>
                  <a:lnTo>
                    <a:pt x="386636" y="150358"/>
                  </a:lnTo>
                  <a:lnTo>
                    <a:pt x="429835" y="193557"/>
                  </a:lnTo>
                  <a:lnTo>
                    <a:pt x="468713" y="241078"/>
                  </a:lnTo>
                  <a:lnTo>
                    <a:pt x="501834" y="292921"/>
                  </a:lnTo>
                  <a:lnTo>
                    <a:pt x="529912" y="346920"/>
                  </a:lnTo>
                  <a:lnTo>
                    <a:pt x="551512" y="404517"/>
                  </a:lnTo>
                  <a:lnTo>
                    <a:pt x="567352" y="463557"/>
                  </a:lnTo>
                  <a:lnTo>
                    <a:pt x="573112" y="493799"/>
                  </a:lnTo>
                  <a:lnTo>
                    <a:pt x="576456" y="517199"/>
                  </a:lnTo>
                </a:path>
              </a:pathLst>
            </a:custGeom>
            <a:ln w="18719">
              <a:solidFill>
                <a:srgbClr val="959595"/>
              </a:solidFill>
            </a:ln>
          </p:spPr>
          <p:txBody>
            <a:bodyPr wrap="square" lIns="0" tIns="0" rIns="0" bIns="0" rtlCol="0"/>
            <a:lstStyle/>
            <a:p>
              <a:endParaRPr/>
            </a:p>
          </p:txBody>
        </p:sp>
      </p:grpSp>
      <p:grpSp>
        <p:nvGrpSpPr>
          <p:cNvPr id="14" name="object 14"/>
          <p:cNvGrpSpPr/>
          <p:nvPr/>
        </p:nvGrpSpPr>
        <p:grpSpPr>
          <a:xfrm>
            <a:off x="328317" y="742289"/>
            <a:ext cx="671195" cy="669290"/>
            <a:chOff x="328317" y="742289"/>
            <a:chExt cx="671195" cy="669290"/>
          </a:xfrm>
        </p:grpSpPr>
        <p:sp>
          <p:nvSpPr>
            <p:cNvPr id="15" name="object 15"/>
            <p:cNvSpPr/>
            <p:nvPr/>
          </p:nvSpPr>
          <p:spPr>
            <a:xfrm>
              <a:off x="337676" y="751675"/>
              <a:ext cx="652780" cy="650240"/>
            </a:xfrm>
            <a:custGeom>
              <a:avLst/>
              <a:gdLst/>
              <a:ahLst/>
              <a:cxnLst/>
              <a:rect l="l" t="t" r="r" b="b"/>
              <a:pathLst>
                <a:path w="652780" h="650240">
                  <a:moveTo>
                    <a:pt x="326101" y="0"/>
                  </a:moveTo>
                  <a:lnTo>
                    <a:pt x="322189" y="44056"/>
                  </a:lnTo>
                  <a:lnTo>
                    <a:pt x="310940" y="87383"/>
                  </a:lnTo>
                  <a:lnTo>
                    <a:pt x="293084" y="129250"/>
                  </a:lnTo>
                  <a:lnTo>
                    <a:pt x="269352" y="168925"/>
                  </a:lnTo>
                  <a:lnTo>
                    <a:pt x="240472" y="205680"/>
                  </a:lnTo>
                  <a:lnTo>
                    <a:pt x="207176" y="238783"/>
                  </a:lnTo>
                  <a:lnTo>
                    <a:pt x="170193" y="267506"/>
                  </a:lnTo>
                  <a:lnTo>
                    <a:pt x="130254" y="291116"/>
                  </a:lnTo>
                  <a:lnTo>
                    <a:pt x="88089" y="308885"/>
                  </a:lnTo>
                  <a:lnTo>
                    <a:pt x="44427" y="320082"/>
                  </a:lnTo>
                  <a:lnTo>
                    <a:pt x="0" y="323977"/>
                  </a:lnTo>
                  <a:lnTo>
                    <a:pt x="44427" y="327905"/>
                  </a:lnTo>
                  <a:lnTo>
                    <a:pt x="88089" y="339198"/>
                  </a:lnTo>
                  <a:lnTo>
                    <a:pt x="130254" y="357116"/>
                  </a:lnTo>
                  <a:lnTo>
                    <a:pt x="170193" y="380917"/>
                  </a:lnTo>
                  <a:lnTo>
                    <a:pt x="207176" y="409863"/>
                  </a:lnTo>
                  <a:lnTo>
                    <a:pt x="240472" y="443213"/>
                  </a:lnTo>
                  <a:lnTo>
                    <a:pt x="269352" y="480227"/>
                  </a:lnTo>
                  <a:lnTo>
                    <a:pt x="293084" y="520165"/>
                  </a:lnTo>
                  <a:lnTo>
                    <a:pt x="310940" y="562288"/>
                  </a:lnTo>
                  <a:lnTo>
                    <a:pt x="322189" y="605854"/>
                  </a:lnTo>
                  <a:lnTo>
                    <a:pt x="326101" y="650125"/>
                  </a:lnTo>
                  <a:lnTo>
                    <a:pt x="329997" y="605854"/>
                  </a:lnTo>
                  <a:lnTo>
                    <a:pt x="341204" y="562288"/>
                  </a:lnTo>
                  <a:lnTo>
                    <a:pt x="359001" y="520165"/>
                  </a:lnTo>
                  <a:lnTo>
                    <a:pt x="382669" y="480227"/>
                  </a:lnTo>
                  <a:lnTo>
                    <a:pt x="411487" y="443213"/>
                  </a:lnTo>
                  <a:lnTo>
                    <a:pt x="444735" y="409863"/>
                  </a:lnTo>
                  <a:lnTo>
                    <a:pt x="481692" y="380917"/>
                  </a:lnTo>
                  <a:lnTo>
                    <a:pt x="521638" y="357116"/>
                  </a:lnTo>
                  <a:lnTo>
                    <a:pt x="563852" y="339198"/>
                  </a:lnTo>
                  <a:lnTo>
                    <a:pt x="607614" y="327905"/>
                  </a:lnTo>
                  <a:lnTo>
                    <a:pt x="652204" y="323977"/>
                  </a:lnTo>
                  <a:lnTo>
                    <a:pt x="607614" y="320082"/>
                  </a:lnTo>
                  <a:lnTo>
                    <a:pt x="563852" y="308885"/>
                  </a:lnTo>
                  <a:lnTo>
                    <a:pt x="521638" y="291116"/>
                  </a:lnTo>
                  <a:lnTo>
                    <a:pt x="481692" y="267506"/>
                  </a:lnTo>
                  <a:lnTo>
                    <a:pt x="444735" y="238783"/>
                  </a:lnTo>
                  <a:lnTo>
                    <a:pt x="411487" y="205680"/>
                  </a:lnTo>
                  <a:lnTo>
                    <a:pt x="382669" y="168925"/>
                  </a:lnTo>
                  <a:lnTo>
                    <a:pt x="359001" y="129250"/>
                  </a:lnTo>
                  <a:lnTo>
                    <a:pt x="341204" y="87383"/>
                  </a:lnTo>
                  <a:lnTo>
                    <a:pt x="329997" y="44056"/>
                  </a:lnTo>
                  <a:lnTo>
                    <a:pt x="326101" y="0"/>
                  </a:lnTo>
                  <a:close/>
                </a:path>
              </a:pathLst>
            </a:custGeom>
            <a:solidFill>
              <a:srgbClr val="36D636"/>
            </a:solidFill>
          </p:spPr>
          <p:txBody>
            <a:bodyPr wrap="square" lIns="0" tIns="0" rIns="0" bIns="0" rtlCol="0"/>
            <a:lstStyle/>
            <a:p>
              <a:endParaRPr/>
            </a:p>
          </p:txBody>
        </p:sp>
        <p:sp>
          <p:nvSpPr>
            <p:cNvPr id="16" name="object 16"/>
            <p:cNvSpPr/>
            <p:nvPr/>
          </p:nvSpPr>
          <p:spPr>
            <a:xfrm>
              <a:off x="337676" y="751648"/>
              <a:ext cx="652780" cy="650240"/>
            </a:xfrm>
            <a:custGeom>
              <a:avLst/>
              <a:gdLst/>
              <a:ahLst/>
              <a:cxnLst/>
              <a:rect l="l" t="t" r="r" b="b"/>
              <a:pathLst>
                <a:path w="652780" h="650240">
                  <a:moveTo>
                    <a:pt x="0" y="323983"/>
                  </a:moveTo>
                  <a:lnTo>
                    <a:pt x="44427" y="320088"/>
                  </a:lnTo>
                  <a:lnTo>
                    <a:pt x="88089" y="308891"/>
                  </a:lnTo>
                  <a:lnTo>
                    <a:pt x="130254" y="291121"/>
                  </a:lnTo>
                  <a:lnTo>
                    <a:pt x="170193" y="267510"/>
                  </a:lnTo>
                  <a:lnTo>
                    <a:pt x="207176" y="238786"/>
                  </a:lnTo>
                  <a:lnTo>
                    <a:pt x="240472" y="205682"/>
                  </a:lnTo>
                  <a:lnTo>
                    <a:pt x="269352" y="168926"/>
                  </a:lnTo>
                  <a:lnTo>
                    <a:pt x="293085" y="129249"/>
                  </a:lnTo>
                  <a:lnTo>
                    <a:pt x="310941" y="87383"/>
                  </a:lnTo>
                  <a:lnTo>
                    <a:pt x="322190" y="44056"/>
                  </a:lnTo>
                  <a:lnTo>
                    <a:pt x="326102" y="0"/>
                  </a:lnTo>
                  <a:lnTo>
                    <a:pt x="329997" y="44056"/>
                  </a:lnTo>
                  <a:lnTo>
                    <a:pt x="341204" y="87383"/>
                  </a:lnTo>
                  <a:lnTo>
                    <a:pt x="359002" y="129249"/>
                  </a:lnTo>
                  <a:lnTo>
                    <a:pt x="382670" y="168926"/>
                  </a:lnTo>
                  <a:lnTo>
                    <a:pt x="411488" y="205682"/>
                  </a:lnTo>
                  <a:lnTo>
                    <a:pt x="444735" y="238786"/>
                  </a:lnTo>
                  <a:lnTo>
                    <a:pt x="481692" y="267510"/>
                  </a:lnTo>
                  <a:lnTo>
                    <a:pt x="521638" y="291121"/>
                  </a:lnTo>
                  <a:lnTo>
                    <a:pt x="563852" y="308891"/>
                  </a:lnTo>
                  <a:lnTo>
                    <a:pt x="607614" y="320088"/>
                  </a:lnTo>
                  <a:lnTo>
                    <a:pt x="652204" y="323983"/>
                  </a:lnTo>
                  <a:lnTo>
                    <a:pt x="607614" y="327912"/>
                  </a:lnTo>
                  <a:lnTo>
                    <a:pt x="563852" y="339204"/>
                  </a:lnTo>
                  <a:lnTo>
                    <a:pt x="521638" y="357120"/>
                  </a:lnTo>
                  <a:lnTo>
                    <a:pt x="481692" y="380919"/>
                  </a:lnTo>
                  <a:lnTo>
                    <a:pt x="444735" y="409863"/>
                  </a:lnTo>
                  <a:lnTo>
                    <a:pt x="411488" y="443210"/>
                  </a:lnTo>
                  <a:lnTo>
                    <a:pt x="382670" y="480222"/>
                  </a:lnTo>
                  <a:lnTo>
                    <a:pt x="359002" y="520158"/>
                  </a:lnTo>
                  <a:lnTo>
                    <a:pt x="341204" y="562279"/>
                  </a:lnTo>
                  <a:lnTo>
                    <a:pt x="329997" y="605844"/>
                  </a:lnTo>
                  <a:lnTo>
                    <a:pt x="326102" y="650113"/>
                  </a:lnTo>
                  <a:lnTo>
                    <a:pt x="322190" y="605844"/>
                  </a:lnTo>
                  <a:lnTo>
                    <a:pt x="310941" y="562279"/>
                  </a:lnTo>
                  <a:lnTo>
                    <a:pt x="293085" y="520158"/>
                  </a:lnTo>
                  <a:lnTo>
                    <a:pt x="269352" y="480222"/>
                  </a:lnTo>
                  <a:lnTo>
                    <a:pt x="240472" y="443210"/>
                  </a:lnTo>
                  <a:lnTo>
                    <a:pt x="207176" y="409863"/>
                  </a:lnTo>
                  <a:lnTo>
                    <a:pt x="170193" y="380919"/>
                  </a:lnTo>
                  <a:lnTo>
                    <a:pt x="130254" y="357120"/>
                  </a:lnTo>
                  <a:lnTo>
                    <a:pt x="88089" y="339204"/>
                  </a:lnTo>
                  <a:lnTo>
                    <a:pt x="44427" y="327912"/>
                  </a:lnTo>
                  <a:lnTo>
                    <a:pt x="0" y="323983"/>
                  </a:lnTo>
                  <a:close/>
                </a:path>
              </a:pathLst>
            </a:custGeom>
            <a:ln w="18717">
              <a:solidFill>
                <a:srgbClr val="36D636"/>
              </a:solidFill>
            </a:ln>
          </p:spPr>
          <p:txBody>
            <a:bodyPr wrap="square" lIns="0" tIns="0" rIns="0" bIns="0" rtlCol="0"/>
            <a:lstStyle/>
            <a:p>
              <a:endParaRPr/>
            </a:p>
          </p:txBody>
        </p:sp>
      </p:grpSp>
      <p:pic>
        <p:nvPicPr>
          <p:cNvPr id="23" name="Picture 22">
            <a:extLst>
              <a:ext uri="{FF2B5EF4-FFF2-40B4-BE49-F238E27FC236}">
                <a16:creationId xmlns:a16="http://schemas.microsoft.com/office/drawing/2014/main" id="{BE114FDB-F6E8-D6BA-0070-BD518B633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2429" y="1694173"/>
            <a:ext cx="8588484" cy="7719729"/>
          </a:xfrm>
          <a:prstGeom prst="rect">
            <a:avLst/>
          </a:prstGeom>
        </p:spPr>
      </p:pic>
      <p:pic>
        <p:nvPicPr>
          <p:cNvPr id="25" name="Picture 24">
            <a:extLst>
              <a:ext uri="{FF2B5EF4-FFF2-40B4-BE49-F238E27FC236}">
                <a16:creationId xmlns:a16="http://schemas.microsoft.com/office/drawing/2014/main" id="{CAECF01D-3041-19D1-17F9-B6F47F96FB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676" y="1701793"/>
            <a:ext cx="8573243" cy="77044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611852" y="0"/>
            <a:ext cx="1676400" cy="4457700"/>
            <a:chOff x="16611852" y="0"/>
            <a:chExt cx="1676400" cy="4457700"/>
          </a:xfrm>
        </p:grpSpPr>
        <p:sp>
          <p:nvSpPr>
            <p:cNvPr id="3" name="object 3"/>
            <p:cNvSpPr/>
            <p:nvPr/>
          </p:nvSpPr>
          <p:spPr>
            <a:xfrm>
              <a:off x="16611852" y="0"/>
              <a:ext cx="1676400" cy="4457700"/>
            </a:xfrm>
            <a:custGeom>
              <a:avLst/>
              <a:gdLst/>
              <a:ahLst/>
              <a:cxnLst/>
              <a:rect l="l" t="t" r="r" b="b"/>
              <a:pathLst>
                <a:path w="1676400" h="4457700">
                  <a:moveTo>
                    <a:pt x="582421" y="3351542"/>
                  </a:moveTo>
                  <a:lnTo>
                    <a:pt x="527684" y="3351542"/>
                  </a:lnTo>
                  <a:lnTo>
                    <a:pt x="0" y="3874261"/>
                  </a:lnTo>
                  <a:lnTo>
                    <a:pt x="0" y="4457699"/>
                  </a:lnTo>
                  <a:lnTo>
                    <a:pt x="582421" y="4457699"/>
                  </a:lnTo>
                  <a:lnTo>
                    <a:pt x="582421" y="4428654"/>
                  </a:lnTo>
                  <a:lnTo>
                    <a:pt x="29463" y="4428654"/>
                  </a:lnTo>
                  <a:lnTo>
                    <a:pt x="29463" y="3904500"/>
                  </a:lnTo>
                  <a:lnTo>
                    <a:pt x="1136776" y="3904500"/>
                  </a:lnTo>
                  <a:lnTo>
                    <a:pt x="1136776" y="3874261"/>
                  </a:lnTo>
                  <a:lnTo>
                    <a:pt x="42417" y="3874261"/>
                  </a:lnTo>
                  <a:lnTo>
                    <a:pt x="552195" y="3370262"/>
                  </a:lnTo>
                  <a:lnTo>
                    <a:pt x="582421" y="3370262"/>
                  </a:lnTo>
                  <a:lnTo>
                    <a:pt x="582421" y="3351542"/>
                  </a:lnTo>
                  <a:close/>
                </a:path>
                <a:path w="1676400" h="4457700">
                  <a:moveTo>
                    <a:pt x="582421" y="3904500"/>
                  </a:moveTo>
                  <a:lnTo>
                    <a:pt x="552195" y="3904500"/>
                  </a:lnTo>
                  <a:lnTo>
                    <a:pt x="552195" y="4428654"/>
                  </a:lnTo>
                  <a:lnTo>
                    <a:pt x="582421" y="4428654"/>
                  </a:lnTo>
                  <a:lnTo>
                    <a:pt x="582421" y="3904500"/>
                  </a:lnTo>
                  <a:close/>
                </a:path>
                <a:path w="1676400" h="4457700">
                  <a:moveTo>
                    <a:pt x="582421" y="3370262"/>
                  </a:moveTo>
                  <a:lnTo>
                    <a:pt x="552195" y="3370262"/>
                  </a:lnTo>
                  <a:lnTo>
                    <a:pt x="552195" y="3874261"/>
                  </a:lnTo>
                  <a:lnTo>
                    <a:pt x="582421" y="3874261"/>
                  </a:lnTo>
                  <a:lnTo>
                    <a:pt x="582421" y="3370262"/>
                  </a:lnTo>
                  <a:close/>
                </a:path>
                <a:path w="1676400" h="4457700">
                  <a:moveTo>
                    <a:pt x="1136776" y="2245639"/>
                  </a:moveTo>
                  <a:lnTo>
                    <a:pt x="1106550" y="2245639"/>
                  </a:lnTo>
                  <a:lnTo>
                    <a:pt x="1106550" y="2768358"/>
                  </a:lnTo>
                  <a:lnTo>
                    <a:pt x="0" y="2768358"/>
                  </a:lnTo>
                  <a:lnTo>
                    <a:pt x="0" y="3351542"/>
                  </a:lnTo>
                  <a:lnTo>
                    <a:pt x="1106550" y="3351542"/>
                  </a:lnTo>
                  <a:lnTo>
                    <a:pt x="1106550" y="3874261"/>
                  </a:lnTo>
                  <a:lnTo>
                    <a:pt x="1136776" y="3874261"/>
                  </a:lnTo>
                  <a:lnTo>
                    <a:pt x="1136776" y="3321303"/>
                  </a:lnTo>
                  <a:lnTo>
                    <a:pt x="29463" y="3321303"/>
                  </a:lnTo>
                  <a:lnTo>
                    <a:pt x="29463" y="2797162"/>
                  </a:lnTo>
                  <a:lnTo>
                    <a:pt x="1136776" y="2797162"/>
                  </a:lnTo>
                  <a:lnTo>
                    <a:pt x="1136776" y="2791396"/>
                  </a:lnTo>
                  <a:lnTo>
                    <a:pt x="1179085" y="2749638"/>
                  </a:lnTo>
                  <a:lnTo>
                    <a:pt x="1136776" y="2749638"/>
                  </a:lnTo>
                  <a:lnTo>
                    <a:pt x="1136776" y="2245639"/>
                  </a:lnTo>
                  <a:close/>
                </a:path>
                <a:path w="1676400" h="4457700">
                  <a:moveTo>
                    <a:pt x="582421" y="2797162"/>
                  </a:moveTo>
                  <a:lnTo>
                    <a:pt x="552195" y="2797162"/>
                  </a:lnTo>
                  <a:lnTo>
                    <a:pt x="552195" y="3321303"/>
                  </a:lnTo>
                  <a:lnTo>
                    <a:pt x="602614" y="3321303"/>
                  </a:lnTo>
                  <a:lnTo>
                    <a:pt x="625842" y="3298266"/>
                  </a:lnTo>
                  <a:lnTo>
                    <a:pt x="582421" y="3298266"/>
                  </a:lnTo>
                  <a:lnTo>
                    <a:pt x="582421" y="2797162"/>
                  </a:lnTo>
                  <a:close/>
                </a:path>
                <a:path w="1676400" h="4457700">
                  <a:moveTo>
                    <a:pt x="1131061" y="2797162"/>
                  </a:moveTo>
                  <a:lnTo>
                    <a:pt x="1087881" y="2797162"/>
                  </a:lnTo>
                  <a:lnTo>
                    <a:pt x="582421" y="3298266"/>
                  </a:lnTo>
                  <a:lnTo>
                    <a:pt x="625842" y="3298266"/>
                  </a:lnTo>
                  <a:lnTo>
                    <a:pt x="1131061" y="2797162"/>
                  </a:lnTo>
                  <a:close/>
                </a:path>
                <a:path w="1676400" h="4457700">
                  <a:moveTo>
                    <a:pt x="1676158" y="1691258"/>
                  </a:moveTo>
                  <a:lnTo>
                    <a:pt x="1660905" y="1691258"/>
                  </a:lnTo>
                  <a:lnTo>
                    <a:pt x="1660905" y="2215400"/>
                  </a:lnTo>
                  <a:lnTo>
                    <a:pt x="552195" y="2215400"/>
                  </a:lnTo>
                  <a:lnTo>
                    <a:pt x="552195" y="2768358"/>
                  </a:lnTo>
                  <a:lnTo>
                    <a:pt x="582421" y="2768358"/>
                  </a:lnTo>
                  <a:lnTo>
                    <a:pt x="582421" y="2245639"/>
                  </a:lnTo>
                  <a:lnTo>
                    <a:pt x="1676158" y="2245639"/>
                  </a:lnTo>
                  <a:lnTo>
                    <a:pt x="1676158" y="1691258"/>
                  </a:lnTo>
                  <a:close/>
                </a:path>
                <a:path w="1676400" h="4457700">
                  <a:moveTo>
                    <a:pt x="1676158" y="2245639"/>
                  </a:moveTo>
                  <a:lnTo>
                    <a:pt x="1646554" y="2245639"/>
                  </a:lnTo>
                  <a:lnTo>
                    <a:pt x="1136776" y="2749638"/>
                  </a:lnTo>
                  <a:lnTo>
                    <a:pt x="1179085" y="2749638"/>
                  </a:lnTo>
                  <a:lnTo>
                    <a:pt x="1676158" y="2259038"/>
                  </a:lnTo>
                  <a:lnTo>
                    <a:pt x="1676158" y="2245639"/>
                  </a:lnTo>
                  <a:close/>
                </a:path>
                <a:path w="1676400" h="4457700">
                  <a:moveTo>
                    <a:pt x="1676158" y="0"/>
                  </a:moveTo>
                  <a:lnTo>
                    <a:pt x="1660905" y="0"/>
                  </a:lnTo>
                  <a:lnTo>
                    <a:pt x="1106550" y="553669"/>
                  </a:lnTo>
                  <a:lnTo>
                    <a:pt x="1106550" y="1136865"/>
                  </a:lnTo>
                  <a:lnTo>
                    <a:pt x="1660905" y="1136865"/>
                  </a:lnTo>
                  <a:lnTo>
                    <a:pt x="1660905" y="1661020"/>
                  </a:lnTo>
                  <a:lnTo>
                    <a:pt x="1106550" y="1661020"/>
                  </a:lnTo>
                  <a:lnTo>
                    <a:pt x="1106550" y="2215400"/>
                  </a:lnTo>
                  <a:lnTo>
                    <a:pt x="1136776" y="2215400"/>
                  </a:lnTo>
                  <a:lnTo>
                    <a:pt x="1136776" y="1691258"/>
                  </a:lnTo>
                  <a:lnTo>
                    <a:pt x="1676158" y="1691258"/>
                  </a:lnTo>
                  <a:lnTo>
                    <a:pt x="1676158" y="1106627"/>
                  </a:lnTo>
                  <a:lnTo>
                    <a:pt x="1136776" y="1106627"/>
                  </a:lnTo>
                  <a:lnTo>
                    <a:pt x="1136776" y="583907"/>
                  </a:lnTo>
                  <a:lnTo>
                    <a:pt x="1676158" y="583907"/>
                  </a:lnTo>
                  <a:lnTo>
                    <a:pt x="1676158" y="553669"/>
                  </a:lnTo>
                  <a:lnTo>
                    <a:pt x="1148333" y="553669"/>
                  </a:lnTo>
                  <a:lnTo>
                    <a:pt x="1660905" y="42481"/>
                  </a:lnTo>
                  <a:lnTo>
                    <a:pt x="1676158" y="42481"/>
                  </a:lnTo>
                  <a:lnTo>
                    <a:pt x="1676158" y="0"/>
                  </a:lnTo>
                  <a:close/>
                </a:path>
                <a:path w="1676400" h="4457700">
                  <a:moveTo>
                    <a:pt x="1676158" y="583907"/>
                  </a:moveTo>
                  <a:lnTo>
                    <a:pt x="1660905" y="583907"/>
                  </a:lnTo>
                  <a:lnTo>
                    <a:pt x="1660905" y="1106627"/>
                  </a:lnTo>
                  <a:lnTo>
                    <a:pt x="1676158" y="1106627"/>
                  </a:lnTo>
                  <a:lnTo>
                    <a:pt x="1676158" y="583907"/>
                  </a:lnTo>
                  <a:close/>
                </a:path>
                <a:path w="1676400" h="4457700">
                  <a:moveTo>
                    <a:pt x="1676158" y="42481"/>
                  </a:moveTo>
                  <a:lnTo>
                    <a:pt x="1660905" y="42481"/>
                  </a:lnTo>
                  <a:lnTo>
                    <a:pt x="1660905" y="553669"/>
                  </a:lnTo>
                  <a:lnTo>
                    <a:pt x="1676158" y="553669"/>
                  </a:lnTo>
                  <a:lnTo>
                    <a:pt x="1676158" y="42481"/>
                  </a:lnTo>
                  <a:close/>
                </a:path>
              </a:pathLst>
            </a:custGeom>
            <a:solidFill>
              <a:srgbClr val="36D636"/>
            </a:solidFill>
          </p:spPr>
          <p:txBody>
            <a:bodyPr wrap="square" lIns="0" tIns="0" rIns="0" bIns="0" rtlCol="0"/>
            <a:lstStyle/>
            <a:p>
              <a:endParaRPr/>
            </a:p>
          </p:txBody>
        </p:sp>
        <p:sp>
          <p:nvSpPr>
            <p:cNvPr id="4" name="object 4"/>
            <p:cNvSpPr/>
            <p:nvPr/>
          </p:nvSpPr>
          <p:spPr>
            <a:xfrm>
              <a:off x="17320259" y="3466744"/>
              <a:ext cx="304165" cy="304165"/>
            </a:xfrm>
            <a:custGeom>
              <a:avLst/>
              <a:gdLst/>
              <a:ahLst/>
              <a:cxnLst/>
              <a:rect l="l" t="t" r="r" b="b"/>
              <a:pathLst>
                <a:path w="304165" h="304164">
                  <a:moveTo>
                    <a:pt x="159893" y="0"/>
                  </a:moveTo>
                  <a:lnTo>
                    <a:pt x="144018" y="0"/>
                  </a:lnTo>
                  <a:lnTo>
                    <a:pt x="136144" y="723"/>
                  </a:lnTo>
                  <a:lnTo>
                    <a:pt x="97282" y="10083"/>
                  </a:lnTo>
                  <a:lnTo>
                    <a:pt x="62611" y="28803"/>
                  </a:lnTo>
                  <a:lnTo>
                    <a:pt x="44704" y="44640"/>
                  </a:lnTo>
                  <a:lnTo>
                    <a:pt x="38862" y="50393"/>
                  </a:lnTo>
                  <a:lnTo>
                    <a:pt x="33909" y="56159"/>
                  </a:lnTo>
                  <a:lnTo>
                    <a:pt x="28829" y="62636"/>
                  </a:lnTo>
                  <a:lnTo>
                    <a:pt x="20193" y="75603"/>
                  </a:lnTo>
                  <a:lnTo>
                    <a:pt x="16637" y="82804"/>
                  </a:lnTo>
                  <a:lnTo>
                    <a:pt x="12954" y="89992"/>
                  </a:lnTo>
                  <a:lnTo>
                    <a:pt x="10160" y="97205"/>
                  </a:lnTo>
                  <a:lnTo>
                    <a:pt x="7239" y="105117"/>
                  </a:lnTo>
                  <a:lnTo>
                    <a:pt x="5080" y="112318"/>
                  </a:lnTo>
                  <a:lnTo>
                    <a:pt x="3683" y="120243"/>
                  </a:lnTo>
                  <a:lnTo>
                    <a:pt x="2159" y="128155"/>
                  </a:lnTo>
                  <a:lnTo>
                    <a:pt x="762" y="136080"/>
                  </a:lnTo>
                  <a:lnTo>
                    <a:pt x="0" y="143992"/>
                  </a:lnTo>
                  <a:lnTo>
                    <a:pt x="0" y="151917"/>
                  </a:lnTo>
                  <a:lnTo>
                    <a:pt x="0" y="159842"/>
                  </a:lnTo>
                  <a:lnTo>
                    <a:pt x="762" y="167754"/>
                  </a:lnTo>
                  <a:lnTo>
                    <a:pt x="2159" y="175679"/>
                  </a:lnTo>
                  <a:lnTo>
                    <a:pt x="5080" y="190804"/>
                  </a:lnTo>
                  <a:lnTo>
                    <a:pt x="8001" y="198716"/>
                  </a:lnTo>
                  <a:lnTo>
                    <a:pt x="10160" y="205917"/>
                  </a:lnTo>
                  <a:lnTo>
                    <a:pt x="13716" y="213118"/>
                  </a:lnTo>
                  <a:lnTo>
                    <a:pt x="16637" y="220319"/>
                  </a:lnTo>
                  <a:lnTo>
                    <a:pt x="20955" y="227520"/>
                  </a:lnTo>
                  <a:lnTo>
                    <a:pt x="44704" y="259194"/>
                  </a:lnTo>
                  <a:lnTo>
                    <a:pt x="56896" y="269278"/>
                  </a:lnTo>
                  <a:lnTo>
                    <a:pt x="62611" y="274320"/>
                  </a:lnTo>
                  <a:lnTo>
                    <a:pt x="97917" y="293039"/>
                  </a:lnTo>
                  <a:lnTo>
                    <a:pt x="105156" y="295910"/>
                  </a:lnTo>
                  <a:lnTo>
                    <a:pt x="113030" y="298069"/>
                  </a:lnTo>
                  <a:lnTo>
                    <a:pt x="120269" y="299516"/>
                  </a:lnTo>
                  <a:lnTo>
                    <a:pt x="136144" y="302399"/>
                  </a:lnTo>
                  <a:lnTo>
                    <a:pt x="144018" y="303110"/>
                  </a:lnTo>
                  <a:lnTo>
                    <a:pt x="151892" y="303110"/>
                  </a:lnTo>
                  <a:lnTo>
                    <a:pt x="151892" y="303834"/>
                  </a:lnTo>
                  <a:lnTo>
                    <a:pt x="159893" y="303834"/>
                  </a:lnTo>
                  <a:lnTo>
                    <a:pt x="167767" y="303110"/>
                  </a:lnTo>
                  <a:lnTo>
                    <a:pt x="183642" y="300240"/>
                  </a:lnTo>
                  <a:lnTo>
                    <a:pt x="190881" y="298792"/>
                  </a:lnTo>
                  <a:lnTo>
                    <a:pt x="198755" y="295910"/>
                  </a:lnTo>
                  <a:lnTo>
                    <a:pt x="205994" y="293763"/>
                  </a:lnTo>
                  <a:lnTo>
                    <a:pt x="213106" y="290156"/>
                  </a:lnTo>
                  <a:lnTo>
                    <a:pt x="220345" y="287274"/>
                  </a:lnTo>
                  <a:lnTo>
                    <a:pt x="227584" y="282956"/>
                  </a:lnTo>
                  <a:lnTo>
                    <a:pt x="234061" y="279361"/>
                  </a:lnTo>
                  <a:lnTo>
                    <a:pt x="241173" y="274320"/>
                  </a:lnTo>
                  <a:lnTo>
                    <a:pt x="247015" y="269989"/>
                  </a:lnTo>
                  <a:lnTo>
                    <a:pt x="253492" y="264236"/>
                  </a:lnTo>
                  <a:lnTo>
                    <a:pt x="259207" y="259194"/>
                  </a:lnTo>
                  <a:lnTo>
                    <a:pt x="264287" y="253441"/>
                  </a:lnTo>
                  <a:lnTo>
                    <a:pt x="269240" y="246951"/>
                  </a:lnTo>
                  <a:lnTo>
                    <a:pt x="274320" y="241198"/>
                  </a:lnTo>
                  <a:lnTo>
                    <a:pt x="293116" y="205917"/>
                  </a:lnTo>
                  <a:lnTo>
                    <a:pt x="295910" y="198716"/>
                  </a:lnTo>
                  <a:lnTo>
                    <a:pt x="298069" y="190804"/>
                  </a:lnTo>
                  <a:lnTo>
                    <a:pt x="299593" y="183603"/>
                  </a:lnTo>
                  <a:lnTo>
                    <a:pt x="302387" y="167754"/>
                  </a:lnTo>
                  <a:lnTo>
                    <a:pt x="303149" y="159842"/>
                  </a:lnTo>
                  <a:lnTo>
                    <a:pt x="303149" y="151917"/>
                  </a:lnTo>
                  <a:lnTo>
                    <a:pt x="303911" y="151917"/>
                  </a:lnTo>
                  <a:lnTo>
                    <a:pt x="303911" y="143992"/>
                  </a:lnTo>
                  <a:lnTo>
                    <a:pt x="303149" y="136080"/>
                  </a:lnTo>
                  <a:lnTo>
                    <a:pt x="301752" y="128155"/>
                  </a:lnTo>
                  <a:lnTo>
                    <a:pt x="300228" y="120243"/>
                  </a:lnTo>
                  <a:lnTo>
                    <a:pt x="298831" y="112318"/>
                  </a:lnTo>
                  <a:lnTo>
                    <a:pt x="283718" y="76314"/>
                  </a:lnTo>
                  <a:lnTo>
                    <a:pt x="253492" y="38874"/>
                  </a:lnTo>
                  <a:lnTo>
                    <a:pt x="221107" y="16560"/>
                  </a:lnTo>
                  <a:lnTo>
                    <a:pt x="167767" y="723"/>
                  </a:lnTo>
                  <a:lnTo>
                    <a:pt x="159893" y="0"/>
                  </a:lnTo>
                  <a:close/>
                </a:path>
              </a:pathLst>
            </a:custGeom>
            <a:solidFill>
              <a:srgbClr val="959595"/>
            </a:solidFill>
          </p:spPr>
          <p:txBody>
            <a:bodyPr wrap="square" lIns="0" tIns="0" rIns="0" bIns="0" rtlCol="0"/>
            <a:lstStyle/>
            <a:p>
              <a:endParaRPr/>
            </a:p>
          </p:txBody>
        </p:sp>
        <p:sp>
          <p:nvSpPr>
            <p:cNvPr id="5" name="object 5"/>
            <p:cNvSpPr/>
            <p:nvPr/>
          </p:nvSpPr>
          <p:spPr>
            <a:xfrm>
              <a:off x="17320219" y="3466722"/>
              <a:ext cx="304165" cy="304165"/>
            </a:xfrm>
            <a:custGeom>
              <a:avLst/>
              <a:gdLst/>
              <a:ahLst/>
              <a:cxnLst/>
              <a:rect l="l" t="t" r="r" b="b"/>
              <a:pathLst>
                <a:path w="304165" h="304164">
                  <a:moveTo>
                    <a:pt x="0" y="151920"/>
                  </a:moveTo>
                  <a:lnTo>
                    <a:pt x="0" y="143995"/>
                  </a:lnTo>
                  <a:lnTo>
                    <a:pt x="761" y="136083"/>
                  </a:lnTo>
                  <a:lnTo>
                    <a:pt x="2158" y="128158"/>
                  </a:lnTo>
                  <a:lnTo>
                    <a:pt x="3682" y="120233"/>
                  </a:lnTo>
                  <a:lnTo>
                    <a:pt x="5079" y="112321"/>
                  </a:lnTo>
                  <a:lnTo>
                    <a:pt x="7238" y="105120"/>
                  </a:lnTo>
                  <a:lnTo>
                    <a:pt x="10159" y="97195"/>
                  </a:lnTo>
                  <a:lnTo>
                    <a:pt x="12953" y="89993"/>
                  </a:lnTo>
                  <a:lnTo>
                    <a:pt x="16636" y="82792"/>
                  </a:lnTo>
                  <a:lnTo>
                    <a:pt x="20192" y="75604"/>
                  </a:lnTo>
                  <a:lnTo>
                    <a:pt x="44703" y="44641"/>
                  </a:lnTo>
                  <a:lnTo>
                    <a:pt x="50418" y="38875"/>
                  </a:lnTo>
                  <a:lnTo>
                    <a:pt x="82802" y="16561"/>
                  </a:lnTo>
                  <a:lnTo>
                    <a:pt x="120266" y="3606"/>
                  </a:lnTo>
                  <a:lnTo>
                    <a:pt x="128267" y="2159"/>
                  </a:lnTo>
                  <a:lnTo>
                    <a:pt x="136141" y="723"/>
                  </a:lnTo>
                  <a:lnTo>
                    <a:pt x="144015" y="0"/>
                  </a:lnTo>
                  <a:lnTo>
                    <a:pt x="152016" y="0"/>
                  </a:lnTo>
                  <a:lnTo>
                    <a:pt x="159890" y="0"/>
                  </a:lnTo>
                  <a:lnTo>
                    <a:pt x="167764" y="723"/>
                  </a:lnTo>
                  <a:lnTo>
                    <a:pt x="175765" y="2159"/>
                  </a:lnTo>
                  <a:lnTo>
                    <a:pt x="183638" y="3606"/>
                  </a:lnTo>
                  <a:lnTo>
                    <a:pt x="191512" y="5042"/>
                  </a:lnTo>
                  <a:lnTo>
                    <a:pt x="198751" y="7201"/>
                  </a:lnTo>
                  <a:lnTo>
                    <a:pt x="206625" y="10084"/>
                  </a:lnTo>
                  <a:lnTo>
                    <a:pt x="213864" y="12954"/>
                  </a:lnTo>
                  <a:lnTo>
                    <a:pt x="221103" y="16561"/>
                  </a:lnTo>
                  <a:lnTo>
                    <a:pt x="228342" y="20155"/>
                  </a:lnTo>
                  <a:lnTo>
                    <a:pt x="259202" y="44641"/>
                  </a:lnTo>
                  <a:lnTo>
                    <a:pt x="265044" y="50394"/>
                  </a:lnTo>
                  <a:lnTo>
                    <a:pt x="287269" y="82792"/>
                  </a:lnTo>
                  <a:lnTo>
                    <a:pt x="300222" y="120233"/>
                  </a:lnTo>
                  <a:lnTo>
                    <a:pt x="301746" y="128158"/>
                  </a:lnTo>
                  <a:lnTo>
                    <a:pt x="303143" y="136083"/>
                  </a:lnTo>
                  <a:lnTo>
                    <a:pt x="303905" y="143995"/>
                  </a:lnTo>
                  <a:lnTo>
                    <a:pt x="303905" y="151920"/>
                  </a:lnTo>
                  <a:lnTo>
                    <a:pt x="303143" y="151920"/>
                  </a:lnTo>
                  <a:lnTo>
                    <a:pt x="303143" y="159832"/>
                  </a:lnTo>
                  <a:lnTo>
                    <a:pt x="295904" y="198720"/>
                  </a:lnTo>
                  <a:lnTo>
                    <a:pt x="293111" y="205921"/>
                  </a:lnTo>
                  <a:lnTo>
                    <a:pt x="290190" y="213834"/>
                  </a:lnTo>
                  <a:lnTo>
                    <a:pt x="269362" y="246956"/>
                  </a:lnTo>
                  <a:lnTo>
                    <a:pt x="264282" y="253433"/>
                  </a:lnTo>
                  <a:lnTo>
                    <a:pt x="259202" y="259199"/>
                  </a:lnTo>
                  <a:lnTo>
                    <a:pt x="253487" y="264228"/>
                  </a:lnTo>
                  <a:lnTo>
                    <a:pt x="247010" y="269994"/>
                  </a:lnTo>
                  <a:lnTo>
                    <a:pt x="241295" y="274312"/>
                  </a:lnTo>
                  <a:lnTo>
                    <a:pt x="234057" y="279354"/>
                  </a:lnTo>
                  <a:lnTo>
                    <a:pt x="227580" y="282961"/>
                  </a:lnTo>
                  <a:lnTo>
                    <a:pt x="220341" y="287279"/>
                  </a:lnTo>
                  <a:lnTo>
                    <a:pt x="213102" y="290149"/>
                  </a:lnTo>
                  <a:lnTo>
                    <a:pt x="205990" y="293756"/>
                  </a:lnTo>
                  <a:lnTo>
                    <a:pt x="198751" y="295915"/>
                  </a:lnTo>
                  <a:lnTo>
                    <a:pt x="159890" y="303840"/>
                  </a:lnTo>
                  <a:lnTo>
                    <a:pt x="152016" y="303840"/>
                  </a:lnTo>
                  <a:lnTo>
                    <a:pt x="152016" y="303116"/>
                  </a:lnTo>
                  <a:lnTo>
                    <a:pt x="144015" y="303116"/>
                  </a:lnTo>
                  <a:lnTo>
                    <a:pt x="136141" y="302393"/>
                  </a:lnTo>
                  <a:lnTo>
                    <a:pt x="128267" y="300957"/>
                  </a:lnTo>
                  <a:lnTo>
                    <a:pt x="120266" y="299522"/>
                  </a:lnTo>
                  <a:lnTo>
                    <a:pt x="113155" y="298074"/>
                  </a:lnTo>
                  <a:lnTo>
                    <a:pt x="105154" y="295915"/>
                  </a:lnTo>
                  <a:lnTo>
                    <a:pt x="97915" y="293032"/>
                  </a:lnTo>
                  <a:lnTo>
                    <a:pt x="90041" y="290149"/>
                  </a:lnTo>
                  <a:lnTo>
                    <a:pt x="56895" y="269270"/>
                  </a:lnTo>
                  <a:lnTo>
                    <a:pt x="50418" y="264228"/>
                  </a:lnTo>
                  <a:lnTo>
                    <a:pt x="44703" y="259199"/>
                  </a:lnTo>
                  <a:lnTo>
                    <a:pt x="39623" y="253433"/>
                  </a:lnTo>
                  <a:lnTo>
                    <a:pt x="33908" y="246956"/>
                  </a:lnTo>
                  <a:lnTo>
                    <a:pt x="29590" y="241190"/>
                  </a:lnTo>
                  <a:lnTo>
                    <a:pt x="24510" y="234002"/>
                  </a:lnTo>
                  <a:lnTo>
                    <a:pt x="20954" y="227525"/>
                  </a:lnTo>
                  <a:lnTo>
                    <a:pt x="16636" y="220311"/>
                  </a:lnTo>
                  <a:lnTo>
                    <a:pt x="13715" y="213122"/>
                  </a:lnTo>
                  <a:lnTo>
                    <a:pt x="10159" y="205921"/>
                  </a:lnTo>
                  <a:lnTo>
                    <a:pt x="8000" y="198720"/>
                  </a:lnTo>
                  <a:lnTo>
                    <a:pt x="0" y="159832"/>
                  </a:lnTo>
                  <a:lnTo>
                    <a:pt x="0" y="151920"/>
                  </a:lnTo>
                  <a:close/>
                </a:path>
              </a:pathLst>
            </a:custGeom>
            <a:ln w="18719">
              <a:solidFill>
                <a:srgbClr val="959595"/>
              </a:solidFill>
            </a:ln>
          </p:spPr>
          <p:txBody>
            <a:bodyPr wrap="square" lIns="0" tIns="0" rIns="0" bIns="0" rtlCol="0"/>
            <a:lstStyle/>
            <a:p>
              <a:endParaRPr/>
            </a:p>
          </p:txBody>
        </p:sp>
      </p:grpSp>
      <p:grpSp>
        <p:nvGrpSpPr>
          <p:cNvPr id="6" name="object 6"/>
          <p:cNvGrpSpPr/>
          <p:nvPr/>
        </p:nvGrpSpPr>
        <p:grpSpPr>
          <a:xfrm>
            <a:off x="-19078" y="8342270"/>
            <a:ext cx="1062355" cy="1963420"/>
            <a:chOff x="-19078" y="8342270"/>
            <a:chExt cx="1062355" cy="1963420"/>
          </a:xfrm>
        </p:grpSpPr>
        <p:sp>
          <p:nvSpPr>
            <p:cNvPr id="7" name="object 7"/>
            <p:cNvSpPr/>
            <p:nvPr/>
          </p:nvSpPr>
          <p:spPr>
            <a:xfrm>
              <a:off x="-14" y="9286510"/>
              <a:ext cx="998219" cy="1000125"/>
            </a:xfrm>
            <a:custGeom>
              <a:avLst/>
              <a:gdLst/>
              <a:ahLst/>
              <a:cxnLst/>
              <a:rect l="l" t="t" r="r" b="b"/>
              <a:pathLst>
                <a:path w="998219" h="1000125">
                  <a:moveTo>
                    <a:pt x="500360" y="0"/>
                  </a:moveTo>
                  <a:lnTo>
                    <a:pt x="497803" y="44261"/>
                  </a:lnTo>
                  <a:lnTo>
                    <a:pt x="490340" y="88163"/>
                  </a:lnTo>
                  <a:lnTo>
                    <a:pt x="478279" y="131405"/>
                  </a:lnTo>
                  <a:lnTo>
                    <a:pt x="461930" y="173688"/>
                  </a:lnTo>
                  <a:lnTo>
                    <a:pt x="441602" y="214712"/>
                  </a:lnTo>
                  <a:lnTo>
                    <a:pt x="417606" y="254178"/>
                  </a:lnTo>
                  <a:lnTo>
                    <a:pt x="390250" y="291784"/>
                  </a:lnTo>
                  <a:lnTo>
                    <a:pt x="359844" y="327232"/>
                  </a:lnTo>
                  <a:lnTo>
                    <a:pt x="326697" y="360221"/>
                  </a:lnTo>
                  <a:lnTo>
                    <a:pt x="291119" y="390453"/>
                  </a:lnTo>
                  <a:lnTo>
                    <a:pt x="253420" y="417626"/>
                  </a:lnTo>
                  <a:lnTo>
                    <a:pt x="213908" y="441441"/>
                  </a:lnTo>
                  <a:lnTo>
                    <a:pt x="172894" y="461599"/>
                  </a:lnTo>
                  <a:lnTo>
                    <a:pt x="130686" y="477799"/>
                  </a:lnTo>
                  <a:lnTo>
                    <a:pt x="87595" y="489742"/>
                  </a:lnTo>
                  <a:lnTo>
                    <a:pt x="43930" y="497127"/>
                  </a:lnTo>
                  <a:lnTo>
                    <a:pt x="0" y="499656"/>
                  </a:lnTo>
                  <a:lnTo>
                    <a:pt x="43930" y="502184"/>
                  </a:lnTo>
                  <a:lnTo>
                    <a:pt x="87595" y="509571"/>
                  </a:lnTo>
                  <a:lnTo>
                    <a:pt x="130686" y="521516"/>
                  </a:lnTo>
                  <a:lnTo>
                    <a:pt x="172894" y="537722"/>
                  </a:lnTo>
                  <a:lnTo>
                    <a:pt x="213908" y="557888"/>
                  </a:lnTo>
                  <a:lnTo>
                    <a:pt x="253420" y="581717"/>
                  </a:lnTo>
                  <a:lnTo>
                    <a:pt x="291119" y="608909"/>
                  </a:lnTo>
                  <a:lnTo>
                    <a:pt x="326697" y="639165"/>
                  </a:lnTo>
                  <a:lnTo>
                    <a:pt x="359844" y="672186"/>
                  </a:lnTo>
                  <a:lnTo>
                    <a:pt x="390250" y="707674"/>
                  </a:lnTo>
                  <a:lnTo>
                    <a:pt x="417606" y="745328"/>
                  </a:lnTo>
                  <a:lnTo>
                    <a:pt x="441602" y="784852"/>
                  </a:lnTo>
                  <a:lnTo>
                    <a:pt x="461930" y="825944"/>
                  </a:lnTo>
                  <a:lnTo>
                    <a:pt x="478279" y="868308"/>
                  </a:lnTo>
                  <a:lnTo>
                    <a:pt x="490340" y="911642"/>
                  </a:lnTo>
                  <a:lnTo>
                    <a:pt x="497803" y="955650"/>
                  </a:lnTo>
                  <a:lnTo>
                    <a:pt x="500360" y="1000031"/>
                  </a:lnTo>
                  <a:lnTo>
                    <a:pt x="502895" y="955650"/>
                  </a:lnTo>
                  <a:lnTo>
                    <a:pt x="510296" y="911642"/>
                  </a:lnTo>
                  <a:lnTo>
                    <a:pt x="522259" y="868308"/>
                  </a:lnTo>
                  <a:lnTo>
                    <a:pt x="538479" y="825944"/>
                  </a:lnTo>
                  <a:lnTo>
                    <a:pt x="558649" y="784852"/>
                  </a:lnTo>
                  <a:lnTo>
                    <a:pt x="582466" y="745328"/>
                  </a:lnTo>
                  <a:lnTo>
                    <a:pt x="609623" y="707674"/>
                  </a:lnTo>
                  <a:lnTo>
                    <a:pt x="639817" y="672186"/>
                  </a:lnTo>
                  <a:lnTo>
                    <a:pt x="672742" y="639165"/>
                  </a:lnTo>
                  <a:lnTo>
                    <a:pt x="708092" y="608909"/>
                  </a:lnTo>
                  <a:lnTo>
                    <a:pt x="745563" y="581717"/>
                  </a:lnTo>
                  <a:lnTo>
                    <a:pt x="784850" y="557888"/>
                  </a:lnTo>
                  <a:lnTo>
                    <a:pt x="825648" y="537722"/>
                  </a:lnTo>
                  <a:lnTo>
                    <a:pt x="867651" y="521516"/>
                  </a:lnTo>
                  <a:lnTo>
                    <a:pt x="910554" y="509571"/>
                  </a:lnTo>
                  <a:lnTo>
                    <a:pt x="954053" y="502184"/>
                  </a:lnTo>
                  <a:lnTo>
                    <a:pt x="997842" y="499656"/>
                  </a:lnTo>
                  <a:lnTo>
                    <a:pt x="954053" y="497127"/>
                  </a:lnTo>
                  <a:lnTo>
                    <a:pt x="910554" y="489742"/>
                  </a:lnTo>
                  <a:lnTo>
                    <a:pt x="867651" y="477799"/>
                  </a:lnTo>
                  <a:lnTo>
                    <a:pt x="825648" y="461599"/>
                  </a:lnTo>
                  <a:lnTo>
                    <a:pt x="784850" y="441441"/>
                  </a:lnTo>
                  <a:lnTo>
                    <a:pt x="745563" y="417626"/>
                  </a:lnTo>
                  <a:lnTo>
                    <a:pt x="708092" y="390453"/>
                  </a:lnTo>
                  <a:lnTo>
                    <a:pt x="672742" y="360221"/>
                  </a:lnTo>
                  <a:lnTo>
                    <a:pt x="639817" y="327232"/>
                  </a:lnTo>
                  <a:lnTo>
                    <a:pt x="609623" y="291784"/>
                  </a:lnTo>
                  <a:lnTo>
                    <a:pt x="582466" y="254178"/>
                  </a:lnTo>
                  <a:lnTo>
                    <a:pt x="558649" y="214712"/>
                  </a:lnTo>
                  <a:lnTo>
                    <a:pt x="538479" y="173688"/>
                  </a:lnTo>
                  <a:lnTo>
                    <a:pt x="522259" y="131405"/>
                  </a:lnTo>
                  <a:lnTo>
                    <a:pt x="510296" y="88163"/>
                  </a:lnTo>
                  <a:lnTo>
                    <a:pt x="502895" y="44261"/>
                  </a:lnTo>
                  <a:lnTo>
                    <a:pt x="500360" y="0"/>
                  </a:lnTo>
                  <a:close/>
                </a:path>
              </a:pathLst>
            </a:custGeom>
            <a:solidFill>
              <a:srgbClr val="36D636"/>
            </a:solidFill>
          </p:spPr>
          <p:txBody>
            <a:bodyPr wrap="square" lIns="0" tIns="0" rIns="0" bIns="0" rtlCol="0"/>
            <a:lstStyle/>
            <a:p>
              <a:endParaRPr/>
            </a:p>
          </p:txBody>
        </p:sp>
        <p:sp>
          <p:nvSpPr>
            <p:cNvPr id="8" name="object 8"/>
            <p:cNvSpPr/>
            <p:nvPr/>
          </p:nvSpPr>
          <p:spPr>
            <a:xfrm>
              <a:off x="-14" y="9286505"/>
              <a:ext cx="998219" cy="1000125"/>
            </a:xfrm>
            <a:custGeom>
              <a:avLst/>
              <a:gdLst/>
              <a:ahLst/>
              <a:cxnLst/>
              <a:rect l="l" t="t" r="r" b="b"/>
              <a:pathLst>
                <a:path w="998219" h="1000125">
                  <a:moveTo>
                    <a:pt x="500360" y="0"/>
                  </a:moveTo>
                  <a:lnTo>
                    <a:pt x="502895" y="44261"/>
                  </a:lnTo>
                  <a:lnTo>
                    <a:pt x="510297" y="88163"/>
                  </a:lnTo>
                  <a:lnTo>
                    <a:pt x="522259" y="131406"/>
                  </a:lnTo>
                  <a:lnTo>
                    <a:pt x="538479" y="173689"/>
                  </a:lnTo>
                  <a:lnTo>
                    <a:pt x="558649" y="214713"/>
                  </a:lnTo>
                  <a:lnTo>
                    <a:pt x="582466" y="254179"/>
                  </a:lnTo>
                  <a:lnTo>
                    <a:pt x="609623" y="291785"/>
                  </a:lnTo>
                  <a:lnTo>
                    <a:pt x="639817" y="327233"/>
                  </a:lnTo>
                  <a:lnTo>
                    <a:pt x="672742" y="360223"/>
                  </a:lnTo>
                  <a:lnTo>
                    <a:pt x="708092" y="390455"/>
                  </a:lnTo>
                  <a:lnTo>
                    <a:pt x="745563" y="417628"/>
                  </a:lnTo>
                  <a:lnTo>
                    <a:pt x="784850" y="441443"/>
                  </a:lnTo>
                  <a:lnTo>
                    <a:pt x="825648" y="461601"/>
                  </a:lnTo>
                  <a:lnTo>
                    <a:pt x="867651" y="477801"/>
                  </a:lnTo>
                  <a:lnTo>
                    <a:pt x="910554" y="489744"/>
                  </a:lnTo>
                  <a:lnTo>
                    <a:pt x="954053" y="497129"/>
                  </a:lnTo>
                  <a:lnTo>
                    <a:pt x="997842" y="499658"/>
                  </a:lnTo>
                  <a:lnTo>
                    <a:pt x="954053" y="502187"/>
                  </a:lnTo>
                  <a:lnTo>
                    <a:pt x="910554" y="509573"/>
                  </a:lnTo>
                  <a:lnTo>
                    <a:pt x="867651" y="521519"/>
                  </a:lnTo>
                  <a:lnTo>
                    <a:pt x="825648" y="537724"/>
                  </a:lnTo>
                  <a:lnTo>
                    <a:pt x="784850" y="557891"/>
                  </a:lnTo>
                  <a:lnTo>
                    <a:pt x="745563" y="581720"/>
                  </a:lnTo>
                  <a:lnTo>
                    <a:pt x="708092" y="608912"/>
                  </a:lnTo>
                  <a:lnTo>
                    <a:pt x="672742" y="639168"/>
                  </a:lnTo>
                  <a:lnTo>
                    <a:pt x="639817" y="672189"/>
                  </a:lnTo>
                  <a:lnTo>
                    <a:pt x="609623" y="707677"/>
                  </a:lnTo>
                  <a:lnTo>
                    <a:pt x="582466" y="745332"/>
                  </a:lnTo>
                  <a:lnTo>
                    <a:pt x="558649" y="784855"/>
                  </a:lnTo>
                  <a:lnTo>
                    <a:pt x="538479" y="825948"/>
                  </a:lnTo>
                  <a:lnTo>
                    <a:pt x="522259" y="868312"/>
                  </a:lnTo>
                  <a:lnTo>
                    <a:pt x="510297" y="911647"/>
                  </a:lnTo>
                  <a:lnTo>
                    <a:pt x="502895" y="955654"/>
                  </a:lnTo>
                  <a:lnTo>
                    <a:pt x="500360" y="1000036"/>
                  </a:lnTo>
                  <a:lnTo>
                    <a:pt x="497804" y="955654"/>
                  </a:lnTo>
                  <a:lnTo>
                    <a:pt x="490340" y="911647"/>
                  </a:lnTo>
                  <a:lnTo>
                    <a:pt x="478279" y="868312"/>
                  </a:lnTo>
                  <a:lnTo>
                    <a:pt x="461930" y="825948"/>
                  </a:lnTo>
                  <a:lnTo>
                    <a:pt x="441603" y="784855"/>
                  </a:lnTo>
                  <a:lnTo>
                    <a:pt x="417606" y="745332"/>
                  </a:lnTo>
                  <a:lnTo>
                    <a:pt x="390250" y="707677"/>
                  </a:lnTo>
                  <a:lnTo>
                    <a:pt x="359844" y="672189"/>
                  </a:lnTo>
                  <a:lnTo>
                    <a:pt x="326697" y="639168"/>
                  </a:lnTo>
                  <a:lnTo>
                    <a:pt x="291119" y="608912"/>
                  </a:lnTo>
                  <a:lnTo>
                    <a:pt x="253420" y="581720"/>
                  </a:lnTo>
                  <a:lnTo>
                    <a:pt x="213908" y="557891"/>
                  </a:lnTo>
                  <a:lnTo>
                    <a:pt x="172894" y="537724"/>
                  </a:lnTo>
                  <a:lnTo>
                    <a:pt x="130687" y="521519"/>
                  </a:lnTo>
                  <a:lnTo>
                    <a:pt x="87595" y="509573"/>
                  </a:lnTo>
                  <a:lnTo>
                    <a:pt x="43930" y="502187"/>
                  </a:lnTo>
                  <a:lnTo>
                    <a:pt x="0" y="499658"/>
                  </a:lnTo>
                  <a:lnTo>
                    <a:pt x="43930" y="497129"/>
                  </a:lnTo>
                  <a:lnTo>
                    <a:pt x="87595" y="489744"/>
                  </a:lnTo>
                  <a:lnTo>
                    <a:pt x="130687" y="477801"/>
                  </a:lnTo>
                  <a:lnTo>
                    <a:pt x="172894" y="461601"/>
                  </a:lnTo>
                  <a:lnTo>
                    <a:pt x="213908" y="441443"/>
                  </a:lnTo>
                  <a:lnTo>
                    <a:pt x="253420" y="417628"/>
                  </a:lnTo>
                  <a:lnTo>
                    <a:pt x="291119" y="390455"/>
                  </a:lnTo>
                  <a:lnTo>
                    <a:pt x="326697" y="360223"/>
                  </a:lnTo>
                  <a:lnTo>
                    <a:pt x="359844" y="327233"/>
                  </a:lnTo>
                  <a:lnTo>
                    <a:pt x="390250" y="291785"/>
                  </a:lnTo>
                  <a:lnTo>
                    <a:pt x="417606" y="254179"/>
                  </a:lnTo>
                  <a:lnTo>
                    <a:pt x="441603" y="214713"/>
                  </a:lnTo>
                  <a:lnTo>
                    <a:pt x="461930" y="173689"/>
                  </a:lnTo>
                  <a:lnTo>
                    <a:pt x="478279" y="131406"/>
                  </a:lnTo>
                  <a:lnTo>
                    <a:pt x="490340" y="88163"/>
                  </a:lnTo>
                  <a:lnTo>
                    <a:pt x="497804" y="44261"/>
                  </a:lnTo>
                  <a:lnTo>
                    <a:pt x="500360" y="0"/>
                  </a:lnTo>
                  <a:close/>
                </a:path>
              </a:pathLst>
            </a:custGeom>
            <a:ln w="18718">
              <a:solidFill>
                <a:srgbClr val="36D636"/>
              </a:solidFill>
            </a:ln>
          </p:spPr>
          <p:txBody>
            <a:bodyPr wrap="square" lIns="0" tIns="0" rIns="0" bIns="0" rtlCol="0"/>
            <a:lstStyle/>
            <a:p>
              <a:endParaRPr/>
            </a:p>
          </p:txBody>
        </p:sp>
        <p:sp>
          <p:nvSpPr>
            <p:cNvPr id="9" name="object 9"/>
            <p:cNvSpPr/>
            <p:nvPr/>
          </p:nvSpPr>
          <p:spPr>
            <a:xfrm>
              <a:off x="-14" y="8360638"/>
              <a:ext cx="998219" cy="1000125"/>
            </a:xfrm>
            <a:custGeom>
              <a:avLst/>
              <a:gdLst/>
              <a:ahLst/>
              <a:cxnLst/>
              <a:rect l="l" t="t" r="r" b="b"/>
              <a:pathLst>
                <a:path w="998219" h="1000125">
                  <a:moveTo>
                    <a:pt x="500360" y="0"/>
                  </a:moveTo>
                  <a:lnTo>
                    <a:pt x="497803" y="44261"/>
                  </a:lnTo>
                  <a:lnTo>
                    <a:pt x="490340" y="88163"/>
                  </a:lnTo>
                  <a:lnTo>
                    <a:pt x="478279" y="131406"/>
                  </a:lnTo>
                  <a:lnTo>
                    <a:pt x="461930" y="173689"/>
                  </a:lnTo>
                  <a:lnTo>
                    <a:pt x="441602" y="214713"/>
                  </a:lnTo>
                  <a:lnTo>
                    <a:pt x="417606" y="254179"/>
                  </a:lnTo>
                  <a:lnTo>
                    <a:pt x="390250" y="291785"/>
                  </a:lnTo>
                  <a:lnTo>
                    <a:pt x="359844" y="327233"/>
                  </a:lnTo>
                  <a:lnTo>
                    <a:pt x="326697" y="360222"/>
                  </a:lnTo>
                  <a:lnTo>
                    <a:pt x="291119" y="390453"/>
                  </a:lnTo>
                  <a:lnTo>
                    <a:pt x="253420" y="417627"/>
                  </a:lnTo>
                  <a:lnTo>
                    <a:pt x="213908" y="441442"/>
                  </a:lnTo>
                  <a:lnTo>
                    <a:pt x="172894" y="461599"/>
                  </a:lnTo>
                  <a:lnTo>
                    <a:pt x="130686" y="477799"/>
                  </a:lnTo>
                  <a:lnTo>
                    <a:pt x="87595" y="489742"/>
                  </a:lnTo>
                  <a:lnTo>
                    <a:pt x="43930" y="497127"/>
                  </a:lnTo>
                  <a:lnTo>
                    <a:pt x="0" y="499656"/>
                  </a:lnTo>
                  <a:lnTo>
                    <a:pt x="43930" y="502184"/>
                  </a:lnTo>
                  <a:lnTo>
                    <a:pt x="87595" y="509571"/>
                  </a:lnTo>
                  <a:lnTo>
                    <a:pt x="130686" y="521516"/>
                  </a:lnTo>
                  <a:lnTo>
                    <a:pt x="172894" y="537721"/>
                  </a:lnTo>
                  <a:lnTo>
                    <a:pt x="213908" y="557888"/>
                  </a:lnTo>
                  <a:lnTo>
                    <a:pt x="253420" y="581716"/>
                  </a:lnTo>
                  <a:lnTo>
                    <a:pt x="291119" y="608908"/>
                  </a:lnTo>
                  <a:lnTo>
                    <a:pt x="326697" y="639164"/>
                  </a:lnTo>
                  <a:lnTo>
                    <a:pt x="359844" y="672185"/>
                  </a:lnTo>
                  <a:lnTo>
                    <a:pt x="390250" y="707672"/>
                  </a:lnTo>
                  <a:lnTo>
                    <a:pt x="417606" y="745327"/>
                  </a:lnTo>
                  <a:lnTo>
                    <a:pt x="441602" y="784850"/>
                  </a:lnTo>
                  <a:lnTo>
                    <a:pt x="461930" y="825942"/>
                  </a:lnTo>
                  <a:lnTo>
                    <a:pt x="478279" y="868305"/>
                  </a:lnTo>
                  <a:lnTo>
                    <a:pt x="490340" y="911640"/>
                  </a:lnTo>
                  <a:lnTo>
                    <a:pt x="497803" y="955647"/>
                  </a:lnTo>
                  <a:lnTo>
                    <a:pt x="500360" y="1000028"/>
                  </a:lnTo>
                  <a:lnTo>
                    <a:pt x="502895" y="955647"/>
                  </a:lnTo>
                  <a:lnTo>
                    <a:pt x="510296" y="911640"/>
                  </a:lnTo>
                  <a:lnTo>
                    <a:pt x="522259" y="868305"/>
                  </a:lnTo>
                  <a:lnTo>
                    <a:pt x="538479" y="825942"/>
                  </a:lnTo>
                  <a:lnTo>
                    <a:pt x="558649" y="784850"/>
                  </a:lnTo>
                  <a:lnTo>
                    <a:pt x="582466" y="745327"/>
                  </a:lnTo>
                  <a:lnTo>
                    <a:pt x="609623" y="707672"/>
                  </a:lnTo>
                  <a:lnTo>
                    <a:pt x="639817" y="672185"/>
                  </a:lnTo>
                  <a:lnTo>
                    <a:pt x="672742" y="639164"/>
                  </a:lnTo>
                  <a:lnTo>
                    <a:pt x="708092" y="608908"/>
                  </a:lnTo>
                  <a:lnTo>
                    <a:pt x="745563" y="581716"/>
                  </a:lnTo>
                  <a:lnTo>
                    <a:pt x="784850" y="557888"/>
                  </a:lnTo>
                  <a:lnTo>
                    <a:pt x="825648" y="537721"/>
                  </a:lnTo>
                  <a:lnTo>
                    <a:pt x="867651" y="521516"/>
                  </a:lnTo>
                  <a:lnTo>
                    <a:pt x="910554" y="509571"/>
                  </a:lnTo>
                  <a:lnTo>
                    <a:pt x="954053" y="502184"/>
                  </a:lnTo>
                  <a:lnTo>
                    <a:pt x="997842" y="499656"/>
                  </a:lnTo>
                  <a:lnTo>
                    <a:pt x="954053" y="497127"/>
                  </a:lnTo>
                  <a:lnTo>
                    <a:pt x="910554" y="489742"/>
                  </a:lnTo>
                  <a:lnTo>
                    <a:pt x="867651" y="477799"/>
                  </a:lnTo>
                  <a:lnTo>
                    <a:pt x="825648" y="461599"/>
                  </a:lnTo>
                  <a:lnTo>
                    <a:pt x="784850" y="441442"/>
                  </a:lnTo>
                  <a:lnTo>
                    <a:pt x="745563" y="417627"/>
                  </a:lnTo>
                  <a:lnTo>
                    <a:pt x="708092" y="390453"/>
                  </a:lnTo>
                  <a:lnTo>
                    <a:pt x="672742" y="360222"/>
                  </a:lnTo>
                  <a:lnTo>
                    <a:pt x="639817" y="327233"/>
                  </a:lnTo>
                  <a:lnTo>
                    <a:pt x="609623" y="291785"/>
                  </a:lnTo>
                  <a:lnTo>
                    <a:pt x="582466" y="254179"/>
                  </a:lnTo>
                  <a:lnTo>
                    <a:pt x="558649" y="214713"/>
                  </a:lnTo>
                  <a:lnTo>
                    <a:pt x="538479" y="173689"/>
                  </a:lnTo>
                  <a:lnTo>
                    <a:pt x="522259" y="131406"/>
                  </a:lnTo>
                  <a:lnTo>
                    <a:pt x="510296" y="88163"/>
                  </a:lnTo>
                  <a:lnTo>
                    <a:pt x="502895" y="44261"/>
                  </a:lnTo>
                  <a:lnTo>
                    <a:pt x="500360" y="0"/>
                  </a:lnTo>
                  <a:close/>
                </a:path>
              </a:pathLst>
            </a:custGeom>
            <a:solidFill>
              <a:srgbClr val="36D636"/>
            </a:solidFill>
          </p:spPr>
          <p:txBody>
            <a:bodyPr wrap="square" lIns="0" tIns="0" rIns="0" bIns="0" rtlCol="0"/>
            <a:lstStyle/>
            <a:p>
              <a:endParaRPr/>
            </a:p>
          </p:txBody>
        </p:sp>
        <p:sp>
          <p:nvSpPr>
            <p:cNvPr id="10" name="object 10"/>
            <p:cNvSpPr/>
            <p:nvPr/>
          </p:nvSpPr>
          <p:spPr>
            <a:xfrm>
              <a:off x="-14" y="8360638"/>
              <a:ext cx="998219" cy="1000125"/>
            </a:xfrm>
            <a:custGeom>
              <a:avLst/>
              <a:gdLst/>
              <a:ahLst/>
              <a:cxnLst/>
              <a:rect l="l" t="t" r="r" b="b"/>
              <a:pathLst>
                <a:path w="998219" h="1000125">
                  <a:moveTo>
                    <a:pt x="500360" y="0"/>
                  </a:moveTo>
                  <a:lnTo>
                    <a:pt x="502895" y="44260"/>
                  </a:lnTo>
                  <a:lnTo>
                    <a:pt x="510297" y="88161"/>
                  </a:lnTo>
                  <a:lnTo>
                    <a:pt x="522259" y="131402"/>
                  </a:lnTo>
                  <a:lnTo>
                    <a:pt x="538479" y="173684"/>
                  </a:lnTo>
                  <a:lnTo>
                    <a:pt x="558649" y="214707"/>
                  </a:lnTo>
                  <a:lnTo>
                    <a:pt x="582466" y="254171"/>
                  </a:lnTo>
                  <a:lnTo>
                    <a:pt x="609623" y="291776"/>
                  </a:lnTo>
                  <a:lnTo>
                    <a:pt x="639817" y="327223"/>
                  </a:lnTo>
                  <a:lnTo>
                    <a:pt x="672742" y="360211"/>
                  </a:lnTo>
                  <a:lnTo>
                    <a:pt x="708092" y="390441"/>
                  </a:lnTo>
                  <a:lnTo>
                    <a:pt x="745563" y="417614"/>
                  </a:lnTo>
                  <a:lnTo>
                    <a:pt x="784850" y="441428"/>
                  </a:lnTo>
                  <a:lnTo>
                    <a:pt x="825648" y="461585"/>
                  </a:lnTo>
                  <a:lnTo>
                    <a:pt x="867651" y="477784"/>
                  </a:lnTo>
                  <a:lnTo>
                    <a:pt x="910554" y="489727"/>
                  </a:lnTo>
                  <a:lnTo>
                    <a:pt x="954053" y="497112"/>
                  </a:lnTo>
                  <a:lnTo>
                    <a:pt x="997842" y="499640"/>
                  </a:lnTo>
                  <a:lnTo>
                    <a:pt x="954053" y="502169"/>
                  </a:lnTo>
                  <a:lnTo>
                    <a:pt x="910554" y="509556"/>
                  </a:lnTo>
                  <a:lnTo>
                    <a:pt x="867651" y="521501"/>
                  </a:lnTo>
                  <a:lnTo>
                    <a:pt x="825648" y="537707"/>
                  </a:lnTo>
                  <a:lnTo>
                    <a:pt x="784850" y="557874"/>
                  </a:lnTo>
                  <a:lnTo>
                    <a:pt x="745563" y="581704"/>
                  </a:lnTo>
                  <a:lnTo>
                    <a:pt x="708092" y="608896"/>
                  </a:lnTo>
                  <a:lnTo>
                    <a:pt x="672742" y="639153"/>
                  </a:lnTo>
                  <a:lnTo>
                    <a:pt x="639817" y="672175"/>
                  </a:lnTo>
                  <a:lnTo>
                    <a:pt x="609623" y="707663"/>
                  </a:lnTo>
                  <a:lnTo>
                    <a:pt x="582466" y="745319"/>
                  </a:lnTo>
                  <a:lnTo>
                    <a:pt x="558649" y="784843"/>
                  </a:lnTo>
                  <a:lnTo>
                    <a:pt x="538479" y="825936"/>
                  </a:lnTo>
                  <a:lnTo>
                    <a:pt x="522259" y="868300"/>
                  </a:lnTo>
                  <a:lnTo>
                    <a:pt x="510297" y="911635"/>
                  </a:lnTo>
                  <a:lnTo>
                    <a:pt x="502895" y="955643"/>
                  </a:lnTo>
                  <a:lnTo>
                    <a:pt x="500360" y="1000024"/>
                  </a:lnTo>
                  <a:lnTo>
                    <a:pt x="497804" y="955643"/>
                  </a:lnTo>
                  <a:lnTo>
                    <a:pt x="490340" y="911635"/>
                  </a:lnTo>
                  <a:lnTo>
                    <a:pt x="478279" y="868300"/>
                  </a:lnTo>
                  <a:lnTo>
                    <a:pt x="461930" y="825936"/>
                  </a:lnTo>
                  <a:lnTo>
                    <a:pt x="441603" y="784843"/>
                  </a:lnTo>
                  <a:lnTo>
                    <a:pt x="417606" y="745319"/>
                  </a:lnTo>
                  <a:lnTo>
                    <a:pt x="390250" y="707663"/>
                  </a:lnTo>
                  <a:lnTo>
                    <a:pt x="359844" y="672175"/>
                  </a:lnTo>
                  <a:lnTo>
                    <a:pt x="326697" y="639153"/>
                  </a:lnTo>
                  <a:lnTo>
                    <a:pt x="291119" y="608896"/>
                  </a:lnTo>
                  <a:lnTo>
                    <a:pt x="253420" y="581704"/>
                  </a:lnTo>
                  <a:lnTo>
                    <a:pt x="213908" y="557874"/>
                  </a:lnTo>
                  <a:lnTo>
                    <a:pt x="172894" y="537707"/>
                  </a:lnTo>
                  <a:lnTo>
                    <a:pt x="130687" y="521501"/>
                  </a:lnTo>
                  <a:lnTo>
                    <a:pt x="87595" y="509556"/>
                  </a:lnTo>
                  <a:lnTo>
                    <a:pt x="43930" y="502169"/>
                  </a:lnTo>
                  <a:lnTo>
                    <a:pt x="0" y="499640"/>
                  </a:lnTo>
                  <a:lnTo>
                    <a:pt x="43930" y="497112"/>
                  </a:lnTo>
                  <a:lnTo>
                    <a:pt x="87595" y="489727"/>
                  </a:lnTo>
                  <a:lnTo>
                    <a:pt x="130687" y="477784"/>
                  </a:lnTo>
                  <a:lnTo>
                    <a:pt x="172894" y="461585"/>
                  </a:lnTo>
                  <a:lnTo>
                    <a:pt x="213908" y="441428"/>
                  </a:lnTo>
                  <a:lnTo>
                    <a:pt x="253420" y="417614"/>
                  </a:lnTo>
                  <a:lnTo>
                    <a:pt x="291119" y="390441"/>
                  </a:lnTo>
                  <a:lnTo>
                    <a:pt x="326697" y="360211"/>
                  </a:lnTo>
                  <a:lnTo>
                    <a:pt x="359844" y="327223"/>
                  </a:lnTo>
                  <a:lnTo>
                    <a:pt x="390250" y="291776"/>
                  </a:lnTo>
                  <a:lnTo>
                    <a:pt x="417606" y="254171"/>
                  </a:lnTo>
                  <a:lnTo>
                    <a:pt x="441603" y="214707"/>
                  </a:lnTo>
                  <a:lnTo>
                    <a:pt x="461930" y="173684"/>
                  </a:lnTo>
                  <a:lnTo>
                    <a:pt x="478279" y="131402"/>
                  </a:lnTo>
                  <a:lnTo>
                    <a:pt x="490340" y="88161"/>
                  </a:lnTo>
                  <a:lnTo>
                    <a:pt x="497804" y="44260"/>
                  </a:lnTo>
                  <a:lnTo>
                    <a:pt x="500360" y="0"/>
                  </a:lnTo>
                  <a:close/>
                </a:path>
              </a:pathLst>
            </a:custGeom>
            <a:ln w="18718">
              <a:solidFill>
                <a:srgbClr val="36D636"/>
              </a:solidFill>
            </a:ln>
          </p:spPr>
          <p:txBody>
            <a:bodyPr wrap="square" lIns="0" tIns="0" rIns="0" bIns="0" rtlCol="0"/>
            <a:lstStyle/>
            <a:p>
              <a:endParaRPr/>
            </a:p>
          </p:txBody>
        </p:sp>
        <p:sp>
          <p:nvSpPr>
            <p:cNvPr id="11" name="object 11"/>
            <p:cNvSpPr/>
            <p:nvPr/>
          </p:nvSpPr>
          <p:spPr>
            <a:xfrm>
              <a:off x="0" y="8361349"/>
              <a:ext cx="1024255" cy="1925320"/>
            </a:xfrm>
            <a:custGeom>
              <a:avLst/>
              <a:gdLst/>
              <a:ahLst/>
              <a:cxnLst/>
              <a:rect l="l" t="t" r="r" b="b"/>
              <a:pathLst>
                <a:path w="1024255" h="1925320">
                  <a:moveTo>
                    <a:pt x="0" y="0"/>
                  </a:moveTo>
                  <a:lnTo>
                    <a:pt x="1023744" y="0"/>
                  </a:lnTo>
                  <a:lnTo>
                    <a:pt x="1023744" y="1925192"/>
                  </a:lnTo>
                  <a:lnTo>
                    <a:pt x="0" y="1925192"/>
                  </a:lnTo>
                </a:path>
              </a:pathLst>
            </a:custGeom>
            <a:ln w="38157">
              <a:solidFill>
                <a:srgbClr val="959595"/>
              </a:solidFill>
            </a:ln>
          </p:spPr>
          <p:txBody>
            <a:bodyPr wrap="square" lIns="0" tIns="0" rIns="0" bIns="0" rtlCol="0"/>
            <a:lstStyle/>
            <a:p>
              <a:endParaRPr/>
            </a:p>
          </p:txBody>
        </p:sp>
      </p:grpSp>
      <p:grpSp>
        <p:nvGrpSpPr>
          <p:cNvPr id="12" name="object 12"/>
          <p:cNvGrpSpPr/>
          <p:nvPr/>
        </p:nvGrpSpPr>
        <p:grpSpPr>
          <a:xfrm>
            <a:off x="270002" y="7424637"/>
            <a:ext cx="459740" cy="459740"/>
            <a:chOff x="270002" y="7424637"/>
            <a:chExt cx="459740" cy="459740"/>
          </a:xfrm>
        </p:grpSpPr>
        <p:sp>
          <p:nvSpPr>
            <p:cNvPr id="13" name="object 13"/>
            <p:cNvSpPr/>
            <p:nvPr/>
          </p:nvSpPr>
          <p:spPr>
            <a:xfrm>
              <a:off x="279360" y="7433995"/>
              <a:ext cx="440690" cy="440690"/>
            </a:xfrm>
            <a:custGeom>
              <a:avLst/>
              <a:gdLst/>
              <a:ahLst/>
              <a:cxnLst/>
              <a:rect l="l" t="t" r="r" b="b"/>
              <a:pathLst>
                <a:path w="440690" h="440690">
                  <a:moveTo>
                    <a:pt x="220280" y="0"/>
                  </a:moveTo>
                  <a:lnTo>
                    <a:pt x="208761" y="0"/>
                  </a:lnTo>
                  <a:lnTo>
                    <a:pt x="185727" y="2882"/>
                  </a:lnTo>
                  <a:lnTo>
                    <a:pt x="131018" y="19443"/>
                  </a:lnTo>
                  <a:lnTo>
                    <a:pt x="91424" y="42481"/>
                  </a:lnTo>
                  <a:lnTo>
                    <a:pt x="56866" y="73431"/>
                  </a:lnTo>
                  <a:lnTo>
                    <a:pt x="30231" y="110147"/>
                  </a:lnTo>
                  <a:lnTo>
                    <a:pt x="7917" y="163410"/>
                  </a:lnTo>
                  <a:lnTo>
                    <a:pt x="5759" y="174929"/>
                  </a:lnTo>
                  <a:lnTo>
                    <a:pt x="3596" y="185737"/>
                  </a:lnTo>
                  <a:lnTo>
                    <a:pt x="718" y="208762"/>
                  </a:lnTo>
                  <a:lnTo>
                    <a:pt x="718" y="220281"/>
                  </a:lnTo>
                  <a:lnTo>
                    <a:pt x="0" y="220281"/>
                  </a:lnTo>
                  <a:lnTo>
                    <a:pt x="0" y="231800"/>
                  </a:lnTo>
                  <a:lnTo>
                    <a:pt x="2876" y="254838"/>
                  </a:lnTo>
                  <a:lnTo>
                    <a:pt x="14396" y="299478"/>
                  </a:lnTo>
                  <a:lnTo>
                    <a:pt x="35271" y="340499"/>
                  </a:lnTo>
                  <a:lnTo>
                    <a:pt x="72707" y="383705"/>
                  </a:lnTo>
                  <a:lnTo>
                    <a:pt x="120218" y="416814"/>
                  </a:lnTo>
                  <a:lnTo>
                    <a:pt x="163413" y="433374"/>
                  </a:lnTo>
                  <a:lnTo>
                    <a:pt x="208761" y="440575"/>
                  </a:lnTo>
                  <a:lnTo>
                    <a:pt x="231799" y="440575"/>
                  </a:lnTo>
                  <a:lnTo>
                    <a:pt x="277152" y="433374"/>
                  </a:lnTo>
                  <a:lnTo>
                    <a:pt x="320342" y="416814"/>
                  </a:lnTo>
                  <a:lnTo>
                    <a:pt x="359215" y="391617"/>
                  </a:lnTo>
                  <a:lnTo>
                    <a:pt x="391610" y="359219"/>
                  </a:lnTo>
                  <a:lnTo>
                    <a:pt x="416807" y="320344"/>
                  </a:lnTo>
                  <a:lnTo>
                    <a:pt x="433367" y="277164"/>
                  </a:lnTo>
                  <a:lnTo>
                    <a:pt x="440565" y="231800"/>
                  </a:lnTo>
                  <a:lnTo>
                    <a:pt x="440565" y="220281"/>
                  </a:lnTo>
                  <a:lnTo>
                    <a:pt x="440565" y="208762"/>
                  </a:lnTo>
                  <a:lnTo>
                    <a:pt x="432648" y="163410"/>
                  </a:lnTo>
                  <a:lnTo>
                    <a:pt x="416088" y="120230"/>
                  </a:lnTo>
                  <a:lnTo>
                    <a:pt x="390892" y="82067"/>
                  </a:lnTo>
                  <a:lnTo>
                    <a:pt x="349859" y="42481"/>
                  </a:lnTo>
                  <a:lnTo>
                    <a:pt x="309547" y="19443"/>
                  </a:lnTo>
                  <a:lnTo>
                    <a:pt x="265633" y="5765"/>
                  </a:lnTo>
                  <a:lnTo>
                    <a:pt x="254833" y="3606"/>
                  </a:lnTo>
                  <a:lnTo>
                    <a:pt x="231799" y="723"/>
                  </a:lnTo>
                  <a:lnTo>
                    <a:pt x="220280" y="723"/>
                  </a:lnTo>
                  <a:lnTo>
                    <a:pt x="220280" y="0"/>
                  </a:lnTo>
                  <a:close/>
                </a:path>
              </a:pathLst>
            </a:custGeom>
            <a:solidFill>
              <a:srgbClr val="959595"/>
            </a:solidFill>
          </p:spPr>
          <p:txBody>
            <a:bodyPr wrap="square" lIns="0" tIns="0" rIns="0" bIns="0" rtlCol="0"/>
            <a:lstStyle/>
            <a:p>
              <a:endParaRPr/>
            </a:p>
          </p:txBody>
        </p:sp>
        <p:sp>
          <p:nvSpPr>
            <p:cNvPr id="14" name="object 14"/>
            <p:cNvSpPr/>
            <p:nvPr/>
          </p:nvSpPr>
          <p:spPr>
            <a:xfrm>
              <a:off x="279360" y="7433995"/>
              <a:ext cx="440690" cy="440690"/>
            </a:xfrm>
            <a:custGeom>
              <a:avLst/>
              <a:gdLst/>
              <a:ahLst/>
              <a:cxnLst/>
              <a:rect l="l" t="t" r="r" b="b"/>
              <a:pathLst>
                <a:path w="440690" h="440690">
                  <a:moveTo>
                    <a:pt x="440565" y="220281"/>
                  </a:moveTo>
                  <a:lnTo>
                    <a:pt x="440565" y="231800"/>
                  </a:lnTo>
                  <a:lnTo>
                    <a:pt x="439126" y="243319"/>
                  </a:lnTo>
                  <a:lnTo>
                    <a:pt x="429765" y="288671"/>
                  </a:lnTo>
                  <a:lnTo>
                    <a:pt x="411048" y="330428"/>
                  </a:lnTo>
                  <a:lnTo>
                    <a:pt x="383693" y="367855"/>
                  </a:lnTo>
                  <a:lnTo>
                    <a:pt x="375775" y="375780"/>
                  </a:lnTo>
                  <a:lnTo>
                    <a:pt x="367858" y="383705"/>
                  </a:lnTo>
                  <a:lnTo>
                    <a:pt x="330423" y="411060"/>
                  </a:lnTo>
                  <a:lnTo>
                    <a:pt x="288672" y="429768"/>
                  </a:lnTo>
                  <a:lnTo>
                    <a:pt x="243319" y="439127"/>
                  </a:lnTo>
                  <a:lnTo>
                    <a:pt x="231799" y="440575"/>
                  </a:lnTo>
                  <a:lnTo>
                    <a:pt x="220280" y="440575"/>
                  </a:lnTo>
                  <a:lnTo>
                    <a:pt x="208761" y="440575"/>
                  </a:lnTo>
                  <a:lnTo>
                    <a:pt x="197246" y="439127"/>
                  </a:lnTo>
                  <a:lnTo>
                    <a:pt x="151893" y="429768"/>
                  </a:lnTo>
                  <a:lnTo>
                    <a:pt x="110136" y="411060"/>
                  </a:lnTo>
                  <a:lnTo>
                    <a:pt x="72707" y="383705"/>
                  </a:lnTo>
                  <a:lnTo>
                    <a:pt x="64789" y="375780"/>
                  </a:lnTo>
                  <a:lnTo>
                    <a:pt x="56866" y="367855"/>
                  </a:lnTo>
                  <a:lnTo>
                    <a:pt x="29512" y="330428"/>
                  </a:lnTo>
                  <a:lnTo>
                    <a:pt x="10795" y="288671"/>
                  </a:lnTo>
                  <a:lnTo>
                    <a:pt x="1438" y="243319"/>
                  </a:lnTo>
                  <a:lnTo>
                    <a:pt x="0" y="231800"/>
                  </a:lnTo>
                  <a:lnTo>
                    <a:pt x="0" y="220281"/>
                  </a:lnTo>
                  <a:lnTo>
                    <a:pt x="718" y="220281"/>
                  </a:lnTo>
                  <a:lnTo>
                    <a:pt x="718" y="208762"/>
                  </a:lnTo>
                  <a:lnTo>
                    <a:pt x="2157" y="197243"/>
                  </a:lnTo>
                  <a:lnTo>
                    <a:pt x="3596" y="185737"/>
                  </a:lnTo>
                  <a:lnTo>
                    <a:pt x="5759" y="174929"/>
                  </a:lnTo>
                  <a:lnTo>
                    <a:pt x="7917" y="163410"/>
                  </a:lnTo>
                  <a:lnTo>
                    <a:pt x="24471" y="120230"/>
                  </a:lnTo>
                  <a:lnTo>
                    <a:pt x="49668" y="82067"/>
                  </a:lnTo>
                  <a:lnTo>
                    <a:pt x="82063" y="49669"/>
                  </a:lnTo>
                  <a:lnTo>
                    <a:pt x="100780" y="36004"/>
                  </a:lnTo>
                  <a:lnTo>
                    <a:pt x="110136" y="29514"/>
                  </a:lnTo>
                  <a:lnTo>
                    <a:pt x="152613" y="10807"/>
                  </a:lnTo>
                  <a:lnTo>
                    <a:pt x="197246" y="1447"/>
                  </a:lnTo>
                  <a:lnTo>
                    <a:pt x="208761" y="0"/>
                  </a:lnTo>
                  <a:lnTo>
                    <a:pt x="220280" y="0"/>
                  </a:lnTo>
                  <a:lnTo>
                    <a:pt x="220280" y="723"/>
                  </a:lnTo>
                  <a:lnTo>
                    <a:pt x="231799" y="723"/>
                  </a:lnTo>
                  <a:lnTo>
                    <a:pt x="243319" y="2159"/>
                  </a:lnTo>
                  <a:lnTo>
                    <a:pt x="254833" y="3606"/>
                  </a:lnTo>
                  <a:lnTo>
                    <a:pt x="265633" y="5765"/>
                  </a:lnTo>
                  <a:lnTo>
                    <a:pt x="277152" y="7924"/>
                  </a:lnTo>
                  <a:lnTo>
                    <a:pt x="320342" y="24472"/>
                  </a:lnTo>
                  <a:lnTo>
                    <a:pt x="358496" y="49669"/>
                  </a:lnTo>
                  <a:lnTo>
                    <a:pt x="390892" y="82067"/>
                  </a:lnTo>
                  <a:lnTo>
                    <a:pt x="404568" y="100787"/>
                  </a:lnTo>
                  <a:lnTo>
                    <a:pt x="411048" y="110147"/>
                  </a:lnTo>
                  <a:lnTo>
                    <a:pt x="416088" y="120230"/>
                  </a:lnTo>
                  <a:lnTo>
                    <a:pt x="421128" y="131025"/>
                  </a:lnTo>
                  <a:lnTo>
                    <a:pt x="425444" y="141820"/>
                  </a:lnTo>
                  <a:lnTo>
                    <a:pt x="429765" y="152615"/>
                  </a:lnTo>
                  <a:lnTo>
                    <a:pt x="439126" y="197243"/>
                  </a:lnTo>
                  <a:lnTo>
                    <a:pt x="440565" y="208762"/>
                  </a:lnTo>
                  <a:lnTo>
                    <a:pt x="440565" y="220281"/>
                  </a:lnTo>
                  <a:close/>
                </a:path>
              </a:pathLst>
            </a:custGeom>
            <a:ln w="18716">
              <a:solidFill>
                <a:srgbClr val="959595"/>
              </a:solidFill>
            </a:ln>
          </p:spPr>
          <p:txBody>
            <a:bodyPr wrap="square" lIns="0" tIns="0" rIns="0" bIns="0" rtlCol="0"/>
            <a:lstStyle/>
            <a:p>
              <a:endParaRPr/>
            </a:p>
          </p:txBody>
        </p:sp>
      </p:grpSp>
      <p:grpSp>
        <p:nvGrpSpPr>
          <p:cNvPr id="15" name="object 15"/>
          <p:cNvGrpSpPr/>
          <p:nvPr/>
        </p:nvGrpSpPr>
        <p:grpSpPr>
          <a:xfrm>
            <a:off x="17400944" y="8980552"/>
            <a:ext cx="459740" cy="459740"/>
            <a:chOff x="17400944" y="8980552"/>
            <a:chExt cx="459740" cy="459740"/>
          </a:xfrm>
        </p:grpSpPr>
        <p:sp>
          <p:nvSpPr>
            <p:cNvPr id="16" name="object 16"/>
            <p:cNvSpPr/>
            <p:nvPr/>
          </p:nvSpPr>
          <p:spPr>
            <a:xfrm>
              <a:off x="17410302" y="8989911"/>
              <a:ext cx="440690" cy="440690"/>
            </a:xfrm>
            <a:custGeom>
              <a:avLst/>
              <a:gdLst/>
              <a:ahLst/>
              <a:cxnLst/>
              <a:rect l="l" t="t" r="r" b="b"/>
              <a:pathLst>
                <a:path w="440690" h="440690">
                  <a:moveTo>
                    <a:pt x="220345" y="0"/>
                  </a:moveTo>
                  <a:lnTo>
                    <a:pt x="208788" y="0"/>
                  </a:lnTo>
                  <a:lnTo>
                    <a:pt x="185801" y="2882"/>
                  </a:lnTo>
                  <a:lnTo>
                    <a:pt x="131064" y="19443"/>
                  </a:lnTo>
                  <a:lnTo>
                    <a:pt x="100838" y="36004"/>
                  </a:lnTo>
                  <a:lnTo>
                    <a:pt x="91440" y="42481"/>
                  </a:lnTo>
                  <a:lnTo>
                    <a:pt x="56896" y="73432"/>
                  </a:lnTo>
                  <a:lnTo>
                    <a:pt x="30226" y="110148"/>
                  </a:lnTo>
                  <a:lnTo>
                    <a:pt x="11557" y="152618"/>
                  </a:lnTo>
                  <a:lnTo>
                    <a:pt x="7874" y="163418"/>
                  </a:lnTo>
                  <a:lnTo>
                    <a:pt x="5715" y="174937"/>
                  </a:lnTo>
                  <a:lnTo>
                    <a:pt x="3556" y="185737"/>
                  </a:lnTo>
                  <a:lnTo>
                    <a:pt x="762" y="208771"/>
                  </a:lnTo>
                  <a:lnTo>
                    <a:pt x="762" y="220290"/>
                  </a:lnTo>
                  <a:lnTo>
                    <a:pt x="0" y="220290"/>
                  </a:lnTo>
                  <a:lnTo>
                    <a:pt x="0" y="231810"/>
                  </a:lnTo>
                  <a:lnTo>
                    <a:pt x="7239" y="277158"/>
                  </a:lnTo>
                  <a:lnTo>
                    <a:pt x="23749" y="320352"/>
                  </a:lnTo>
                  <a:lnTo>
                    <a:pt x="29591" y="330433"/>
                  </a:lnTo>
                  <a:lnTo>
                    <a:pt x="35306" y="340508"/>
                  </a:lnTo>
                  <a:lnTo>
                    <a:pt x="64770" y="375786"/>
                  </a:lnTo>
                  <a:lnTo>
                    <a:pt x="100076" y="405298"/>
                  </a:lnTo>
                  <a:lnTo>
                    <a:pt x="141097" y="426175"/>
                  </a:lnTo>
                  <a:lnTo>
                    <a:pt x="185801" y="437694"/>
                  </a:lnTo>
                  <a:lnTo>
                    <a:pt x="208788" y="440571"/>
                  </a:lnTo>
                  <a:lnTo>
                    <a:pt x="231775" y="440571"/>
                  </a:lnTo>
                  <a:lnTo>
                    <a:pt x="277114" y="433373"/>
                  </a:lnTo>
                  <a:lnTo>
                    <a:pt x="320421" y="416817"/>
                  </a:lnTo>
                  <a:lnTo>
                    <a:pt x="359283" y="391622"/>
                  </a:lnTo>
                  <a:lnTo>
                    <a:pt x="391668" y="359227"/>
                  </a:lnTo>
                  <a:lnTo>
                    <a:pt x="416814" y="320352"/>
                  </a:lnTo>
                  <a:lnTo>
                    <a:pt x="433324" y="277158"/>
                  </a:lnTo>
                  <a:lnTo>
                    <a:pt x="440563" y="231810"/>
                  </a:lnTo>
                  <a:lnTo>
                    <a:pt x="440563" y="220290"/>
                  </a:lnTo>
                  <a:lnTo>
                    <a:pt x="440563" y="208771"/>
                  </a:lnTo>
                  <a:lnTo>
                    <a:pt x="432689" y="163418"/>
                  </a:lnTo>
                  <a:lnTo>
                    <a:pt x="416052" y="120228"/>
                  </a:lnTo>
                  <a:lnTo>
                    <a:pt x="390906" y="82073"/>
                  </a:lnTo>
                  <a:lnTo>
                    <a:pt x="349885" y="42481"/>
                  </a:lnTo>
                  <a:lnTo>
                    <a:pt x="309626" y="19443"/>
                  </a:lnTo>
                  <a:lnTo>
                    <a:pt x="265684" y="5765"/>
                  </a:lnTo>
                  <a:lnTo>
                    <a:pt x="254889" y="3606"/>
                  </a:lnTo>
                  <a:lnTo>
                    <a:pt x="231775" y="723"/>
                  </a:lnTo>
                  <a:lnTo>
                    <a:pt x="220345" y="723"/>
                  </a:lnTo>
                  <a:lnTo>
                    <a:pt x="220345" y="0"/>
                  </a:lnTo>
                  <a:close/>
                </a:path>
              </a:pathLst>
            </a:custGeom>
            <a:solidFill>
              <a:srgbClr val="36D636"/>
            </a:solidFill>
          </p:spPr>
          <p:txBody>
            <a:bodyPr wrap="square" lIns="0" tIns="0" rIns="0" bIns="0" rtlCol="0"/>
            <a:lstStyle/>
            <a:p>
              <a:endParaRPr/>
            </a:p>
          </p:txBody>
        </p:sp>
        <p:sp>
          <p:nvSpPr>
            <p:cNvPr id="17" name="object 17"/>
            <p:cNvSpPr/>
            <p:nvPr/>
          </p:nvSpPr>
          <p:spPr>
            <a:xfrm>
              <a:off x="17410302" y="8989911"/>
              <a:ext cx="440690" cy="440690"/>
            </a:xfrm>
            <a:custGeom>
              <a:avLst/>
              <a:gdLst/>
              <a:ahLst/>
              <a:cxnLst/>
              <a:rect l="l" t="t" r="r" b="b"/>
              <a:pathLst>
                <a:path w="440690" h="440690">
                  <a:moveTo>
                    <a:pt x="440563" y="220290"/>
                  </a:moveTo>
                  <a:lnTo>
                    <a:pt x="440563" y="231810"/>
                  </a:lnTo>
                  <a:lnTo>
                    <a:pt x="439166" y="243324"/>
                  </a:lnTo>
                  <a:lnTo>
                    <a:pt x="437769" y="254843"/>
                  </a:lnTo>
                  <a:lnTo>
                    <a:pt x="426212" y="299477"/>
                  </a:lnTo>
                  <a:lnTo>
                    <a:pt x="405257" y="340508"/>
                  </a:lnTo>
                  <a:lnTo>
                    <a:pt x="375793" y="375786"/>
                  </a:lnTo>
                  <a:lnTo>
                    <a:pt x="340487" y="405298"/>
                  </a:lnTo>
                  <a:lnTo>
                    <a:pt x="299466" y="426175"/>
                  </a:lnTo>
                  <a:lnTo>
                    <a:pt x="254889" y="437694"/>
                  </a:lnTo>
                  <a:lnTo>
                    <a:pt x="231775" y="440571"/>
                  </a:lnTo>
                  <a:lnTo>
                    <a:pt x="220345" y="440571"/>
                  </a:lnTo>
                  <a:lnTo>
                    <a:pt x="208788" y="440571"/>
                  </a:lnTo>
                  <a:lnTo>
                    <a:pt x="163449" y="433373"/>
                  </a:lnTo>
                  <a:lnTo>
                    <a:pt x="120269" y="416817"/>
                  </a:lnTo>
                  <a:lnTo>
                    <a:pt x="81407" y="391622"/>
                  </a:lnTo>
                  <a:lnTo>
                    <a:pt x="49022" y="359227"/>
                  </a:lnTo>
                  <a:lnTo>
                    <a:pt x="29591" y="330433"/>
                  </a:lnTo>
                  <a:lnTo>
                    <a:pt x="23749" y="320352"/>
                  </a:lnTo>
                  <a:lnTo>
                    <a:pt x="7239" y="277158"/>
                  </a:lnTo>
                  <a:lnTo>
                    <a:pt x="0" y="231810"/>
                  </a:lnTo>
                  <a:lnTo>
                    <a:pt x="0" y="220290"/>
                  </a:lnTo>
                  <a:lnTo>
                    <a:pt x="762" y="220290"/>
                  </a:lnTo>
                  <a:lnTo>
                    <a:pt x="762" y="208771"/>
                  </a:lnTo>
                  <a:lnTo>
                    <a:pt x="2159" y="197252"/>
                  </a:lnTo>
                  <a:lnTo>
                    <a:pt x="3556" y="185737"/>
                  </a:lnTo>
                  <a:lnTo>
                    <a:pt x="5715" y="174937"/>
                  </a:lnTo>
                  <a:lnTo>
                    <a:pt x="7874" y="163418"/>
                  </a:lnTo>
                  <a:lnTo>
                    <a:pt x="11557" y="152618"/>
                  </a:lnTo>
                  <a:lnTo>
                    <a:pt x="15113" y="141823"/>
                  </a:lnTo>
                  <a:lnTo>
                    <a:pt x="19431" y="131023"/>
                  </a:lnTo>
                  <a:lnTo>
                    <a:pt x="42545" y="90711"/>
                  </a:lnTo>
                  <a:lnTo>
                    <a:pt x="73406" y="56876"/>
                  </a:lnTo>
                  <a:lnTo>
                    <a:pt x="100838" y="36004"/>
                  </a:lnTo>
                  <a:lnTo>
                    <a:pt x="110109" y="29527"/>
                  </a:lnTo>
                  <a:lnTo>
                    <a:pt x="120269" y="24485"/>
                  </a:lnTo>
                  <a:lnTo>
                    <a:pt x="131064" y="19443"/>
                  </a:lnTo>
                  <a:lnTo>
                    <a:pt x="141859" y="15125"/>
                  </a:lnTo>
                  <a:lnTo>
                    <a:pt x="152654" y="10807"/>
                  </a:lnTo>
                  <a:lnTo>
                    <a:pt x="197231" y="1447"/>
                  </a:lnTo>
                  <a:lnTo>
                    <a:pt x="208788" y="0"/>
                  </a:lnTo>
                  <a:lnTo>
                    <a:pt x="220345" y="0"/>
                  </a:lnTo>
                  <a:lnTo>
                    <a:pt x="220345" y="723"/>
                  </a:lnTo>
                  <a:lnTo>
                    <a:pt x="231775" y="723"/>
                  </a:lnTo>
                  <a:lnTo>
                    <a:pt x="243332" y="2171"/>
                  </a:lnTo>
                  <a:lnTo>
                    <a:pt x="254889" y="3606"/>
                  </a:lnTo>
                  <a:lnTo>
                    <a:pt x="265684" y="5765"/>
                  </a:lnTo>
                  <a:lnTo>
                    <a:pt x="309626" y="19443"/>
                  </a:lnTo>
                  <a:lnTo>
                    <a:pt x="349885" y="42481"/>
                  </a:lnTo>
                  <a:lnTo>
                    <a:pt x="383667" y="73432"/>
                  </a:lnTo>
                  <a:lnTo>
                    <a:pt x="404622" y="100792"/>
                  </a:lnTo>
                  <a:lnTo>
                    <a:pt x="411099" y="110148"/>
                  </a:lnTo>
                  <a:lnTo>
                    <a:pt x="416052" y="120228"/>
                  </a:lnTo>
                  <a:lnTo>
                    <a:pt x="421132" y="131023"/>
                  </a:lnTo>
                  <a:lnTo>
                    <a:pt x="425450" y="141823"/>
                  </a:lnTo>
                  <a:lnTo>
                    <a:pt x="429768" y="152618"/>
                  </a:lnTo>
                  <a:lnTo>
                    <a:pt x="439166" y="197252"/>
                  </a:lnTo>
                  <a:lnTo>
                    <a:pt x="440563" y="208771"/>
                  </a:lnTo>
                  <a:lnTo>
                    <a:pt x="440563" y="220290"/>
                  </a:lnTo>
                  <a:close/>
                </a:path>
              </a:pathLst>
            </a:custGeom>
            <a:ln w="18716">
              <a:solidFill>
                <a:srgbClr val="36D636"/>
              </a:solidFill>
            </a:ln>
          </p:spPr>
          <p:txBody>
            <a:bodyPr wrap="square" lIns="0" tIns="0" rIns="0" bIns="0" rtlCol="0"/>
            <a:lstStyle/>
            <a:p>
              <a:endParaRPr/>
            </a:p>
          </p:txBody>
        </p:sp>
      </p:grpSp>
      <p:sp>
        <p:nvSpPr>
          <p:cNvPr id="21" name="TextBox 20">
            <a:extLst>
              <a:ext uri="{FF2B5EF4-FFF2-40B4-BE49-F238E27FC236}">
                <a16:creationId xmlns:a16="http://schemas.microsoft.com/office/drawing/2014/main" id="{2DD5C0A5-3C61-A81E-A4AF-1C3C8BD48EB6}"/>
              </a:ext>
            </a:extLst>
          </p:cNvPr>
          <p:cNvSpPr txBox="1"/>
          <p:nvPr/>
        </p:nvSpPr>
        <p:spPr>
          <a:xfrm>
            <a:off x="280794" y="169496"/>
            <a:ext cx="5755655" cy="769441"/>
          </a:xfrm>
          <a:prstGeom prst="rect">
            <a:avLst/>
          </a:prstGeom>
          <a:noFill/>
        </p:spPr>
        <p:txBody>
          <a:bodyPr wrap="square" rtlCol="0">
            <a:spAutoFit/>
          </a:bodyPr>
          <a:lstStyle/>
          <a:p>
            <a:r>
              <a:rPr lang="en-US" sz="4400" b="1" dirty="0">
                <a:latin typeface="Arial" panose="020B0604020202020204" pitchFamily="34" charset="0"/>
                <a:cs typeface="Arial" panose="020B0604020202020204" pitchFamily="34" charset="0"/>
              </a:rPr>
              <a:t>Sign up Process</a:t>
            </a:r>
          </a:p>
        </p:txBody>
      </p:sp>
      <p:pic>
        <p:nvPicPr>
          <p:cNvPr id="23" name="Graphic 22">
            <a:extLst>
              <a:ext uri="{FF2B5EF4-FFF2-40B4-BE49-F238E27FC236}">
                <a16:creationId xmlns:a16="http://schemas.microsoft.com/office/drawing/2014/main" id="{6C0AD521-D509-2E9C-A6EB-6D3A2C6C1B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3750" y="365542"/>
            <a:ext cx="9043365" cy="97624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854374" y="0"/>
            <a:ext cx="1460050" cy="2231931"/>
          </a:xfrm>
          <a:prstGeom prst="rect">
            <a:avLst/>
          </a:prstGeom>
        </p:spPr>
      </p:pic>
      <p:grpSp>
        <p:nvGrpSpPr>
          <p:cNvPr id="3" name="object 3"/>
          <p:cNvGrpSpPr/>
          <p:nvPr/>
        </p:nvGrpSpPr>
        <p:grpSpPr>
          <a:xfrm>
            <a:off x="0" y="9223145"/>
            <a:ext cx="2191385" cy="1064260"/>
            <a:chOff x="0" y="9223145"/>
            <a:chExt cx="2191385" cy="1064260"/>
          </a:xfrm>
        </p:grpSpPr>
        <p:sp>
          <p:nvSpPr>
            <p:cNvPr id="4" name="object 4"/>
            <p:cNvSpPr/>
            <p:nvPr/>
          </p:nvSpPr>
          <p:spPr>
            <a:xfrm>
              <a:off x="0" y="9223145"/>
              <a:ext cx="2191385" cy="1064260"/>
            </a:xfrm>
            <a:custGeom>
              <a:avLst/>
              <a:gdLst/>
              <a:ahLst/>
              <a:cxnLst/>
              <a:rect l="l" t="t" r="r" b="b"/>
              <a:pathLst>
                <a:path w="2191385" h="1064259">
                  <a:moveTo>
                    <a:pt x="531315" y="583172"/>
                  </a:moveTo>
                  <a:lnTo>
                    <a:pt x="501074" y="583172"/>
                  </a:lnTo>
                  <a:lnTo>
                    <a:pt x="501074" y="1063852"/>
                  </a:lnTo>
                  <a:lnTo>
                    <a:pt x="531315" y="1063852"/>
                  </a:lnTo>
                  <a:lnTo>
                    <a:pt x="531315" y="583172"/>
                  </a:lnTo>
                  <a:close/>
                </a:path>
                <a:path w="2191385" h="1064259">
                  <a:moveTo>
                    <a:pt x="1085706" y="583172"/>
                  </a:moveTo>
                  <a:lnTo>
                    <a:pt x="1055469" y="583172"/>
                  </a:lnTo>
                  <a:lnTo>
                    <a:pt x="1055469" y="1063852"/>
                  </a:lnTo>
                  <a:lnTo>
                    <a:pt x="1085706" y="1063852"/>
                  </a:lnTo>
                  <a:lnTo>
                    <a:pt x="1085706" y="583172"/>
                  </a:lnTo>
                  <a:close/>
                </a:path>
                <a:path w="2191385" h="1064259">
                  <a:moveTo>
                    <a:pt x="1638655" y="583172"/>
                  </a:moveTo>
                  <a:lnTo>
                    <a:pt x="1608416" y="583172"/>
                  </a:lnTo>
                  <a:lnTo>
                    <a:pt x="1608416" y="1063852"/>
                  </a:lnTo>
                  <a:lnTo>
                    <a:pt x="1638655" y="1063852"/>
                  </a:lnTo>
                  <a:lnTo>
                    <a:pt x="1638655" y="583172"/>
                  </a:lnTo>
                  <a:close/>
                </a:path>
                <a:path w="2191385" h="1064259">
                  <a:moveTo>
                    <a:pt x="1680364" y="41761"/>
                  </a:moveTo>
                  <a:lnTo>
                    <a:pt x="1638655" y="41761"/>
                  </a:lnTo>
                  <a:lnTo>
                    <a:pt x="2149855" y="554374"/>
                  </a:lnTo>
                  <a:lnTo>
                    <a:pt x="0" y="554374"/>
                  </a:lnTo>
                  <a:lnTo>
                    <a:pt x="0" y="583172"/>
                  </a:lnTo>
                  <a:lnTo>
                    <a:pt x="2162809" y="583172"/>
                  </a:lnTo>
                  <a:lnTo>
                    <a:pt x="2162809" y="1063852"/>
                  </a:lnTo>
                  <a:lnTo>
                    <a:pt x="2191143" y="1063852"/>
                  </a:lnTo>
                  <a:lnTo>
                    <a:pt x="2191143" y="553178"/>
                  </a:lnTo>
                  <a:lnTo>
                    <a:pt x="1680364" y="41761"/>
                  </a:lnTo>
                  <a:close/>
                </a:path>
                <a:path w="2191385" h="1064259">
                  <a:moveTo>
                    <a:pt x="531315" y="0"/>
                  </a:moveTo>
                  <a:lnTo>
                    <a:pt x="0" y="0"/>
                  </a:lnTo>
                  <a:lnTo>
                    <a:pt x="0" y="30241"/>
                  </a:lnTo>
                  <a:lnTo>
                    <a:pt x="501074" y="30241"/>
                  </a:lnTo>
                  <a:lnTo>
                    <a:pt x="501074" y="554374"/>
                  </a:lnTo>
                  <a:lnTo>
                    <a:pt x="531315" y="554374"/>
                  </a:lnTo>
                  <a:lnTo>
                    <a:pt x="531315" y="0"/>
                  </a:lnTo>
                  <a:close/>
                </a:path>
                <a:path w="2191385" h="1064259">
                  <a:moveTo>
                    <a:pt x="1638655" y="0"/>
                  </a:moveTo>
                  <a:lnTo>
                    <a:pt x="1055469" y="0"/>
                  </a:lnTo>
                  <a:lnTo>
                    <a:pt x="1055469" y="554374"/>
                  </a:lnTo>
                  <a:lnTo>
                    <a:pt x="1085706" y="554374"/>
                  </a:lnTo>
                  <a:lnTo>
                    <a:pt x="1085706" y="30241"/>
                  </a:lnTo>
                  <a:lnTo>
                    <a:pt x="1668858" y="30241"/>
                  </a:lnTo>
                  <a:lnTo>
                    <a:pt x="1638655" y="0"/>
                  </a:lnTo>
                  <a:close/>
                </a:path>
                <a:path w="2191385" h="1064259">
                  <a:moveTo>
                    <a:pt x="1668858" y="30241"/>
                  </a:moveTo>
                  <a:lnTo>
                    <a:pt x="1608416" y="30241"/>
                  </a:lnTo>
                  <a:lnTo>
                    <a:pt x="1608416" y="554374"/>
                  </a:lnTo>
                  <a:lnTo>
                    <a:pt x="1638655" y="554374"/>
                  </a:lnTo>
                  <a:lnTo>
                    <a:pt x="1638655" y="41761"/>
                  </a:lnTo>
                  <a:lnTo>
                    <a:pt x="1680364" y="41761"/>
                  </a:lnTo>
                  <a:lnTo>
                    <a:pt x="1668858" y="30241"/>
                  </a:lnTo>
                  <a:close/>
                </a:path>
              </a:pathLst>
            </a:custGeom>
            <a:solidFill>
              <a:srgbClr val="36D636"/>
            </a:solidFill>
          </p:spPr>
          <p:txBody>
            <a:bodyPr wrap="square" lIns="0" tIns="0" rIns="0" bIns="0" rtlCol="0"/>
            <a:lstStyle/>
            <a:p>
              <a:endParaRPr/>
            </a:p>
          </p:txBody>
        </p:sp>
        <p:sp>
          <p:nvSpPr>
            <p:cNvPr id="5" name="object 5"/>
            <p:cNvSpPr/>
            <p:nvPr/>
          </p:nvSpPr>
          <p:spPr>
            <a:xfrm>
              <a:off x="1182185" y="9899191"/>
              <a:ext cx="304165" cy="304165"/>
            </a:xfrm>
            <a:custGeom>
              <a:avLst/>
              <a:gdLst/>
              <a:ahLst/>
              <a:cxnLst/>
              <a:rect l="l" t="t" r="r" b="b"/>
              <a:pathLst>
                <a:path w="304165" h="304165">
                  <a:moveTo>
                    <a:pt x="159835" y="0"/>
                  </a:moveTo>
                  <a:lnTo>
                    <a:pt x="143998" y="0"/>
                  </a:lnTo>
                  <a:lnTo>
                    <a:pt x="136074" y="723"/>
                  </a:lnTo>
                  <a:lnTo>
                    <a:pt x="97199" y="10081"/>
                  </a:lnTo>
                  <a:lnTo>
                    <a:pt x="62637" y="28803"/>
                  </a:lnTo>
                  <a:lnTo>
                    <a:pt x="33839" y="56158"/>
                  </a:lnTo>
                  <a:lnTo>
                    <a:pt x="12959" y="89996"/>
                  </a:lnTo>
                  <a:lnTo>
                    <a:pt x="720" y="136074"/>
                  </a:lnTo>
                  <a:lnTo>
                    <a:pt x="0" y="143996"/>
                  </a:lnTo>
                  <a:lnTo>
                    <a:pt x="0" y="151913"/>
                  </a:lnTo>
                  <a:lnTo>
                    <a:pt x="720" y="151913"/>
                  </a:lnTo>
                  <a:lnTo>
                    <a:pt x="720" y="159837"/>
                  </a:lnTo>
                  <a:lnTo>
                    <a:pt x="7918" y="198710"/>
                  </a:lnTo>
                  <a:lnTo>
                    <a:pt x="10800" y="205913"/>
                  </a:lnTo>
                  <a:lnTo>
                    <a:pt x="13677" y="213831"/>
                  </a:lnTo>
                  <a:lnTo>
                    <a:pt x="34557" y="246950"/>
                  </a:lnTo>
                  <a:lnTo>
                    <a:pt x="39598" y="253429"/>
                  </a:lnTo>
                  <a:lnTo>
                    <a:pt x="44639" y="259189"/>
                  </a:lnTo>
                  <a:lnTo>
                    <a:pt x="50398" y="264229"/>
                  </a:lnTo>
                  <a:lnTo>
                    <a:pt x="56878" y="269989"/>
                  </a:lnTo>
                  <a:lnTo>
                    <a:pt x="62637" y="274310"/>
                  </a:lnTo>
                  <a:lnTo>
                    <a:pt x="69841" y="279350"/>
                  </a:lnTo>
                  <a:lnTo>
                    <a:pt x="76319" y="282947"/>
                  </a:lnTo>
                  <a:lnTo>
                    <a:pt x="83517" y="287268"/>
                  </a:lnTo>
                  <a:lnTo>
                    <a:pt x="90722" y="290150"/>
                  </a:lnTo>
                  <a:lnTo>
                    <a:pt x="97923" y="293747"/>
                  </a:lnTo>
                  <a:lnTo>
                    <a:pt x="105124" y="295910"/>
                  </a:lnTo>
                  <a:lnTo>
                    <a:pt x="113036" y="298787"/>
                  </a:lnTo>
                  <a:lnTo>
                    <a:pt x="120237" y="300226"/>
                  </a:lnTo>
                  <a:lnTo>
                    <a:pt x="136074" y="303108"/>
                  </a:lnTo>
                  <a:lnTo>
                    <a:pt x="143998" y="303827"/>
                  </a:lnTo>
                  <a:lnTo>
                    <a:pt x="151923" y="303827"/>
                  </a:lnTo>
                  <a:lnTo>
                    <a:pt x="151923" y="303108"/>
                  </a:lnTo>
                  <a:lnTo>
                    <a:pt x="159835" y="303108"/>
                  </a:lnTo>
                  <a:lnTo>
                    <a:pt x="198710" y="295910"/>
                  </a:lnTo>
                  <a:lnTo>
                    <a:pt x="205924" y="293027"/>
                  </a:lnTo>
                  <a:lnTo>
                    <a:pt x="213836" y="290150"/>
                  </a:lnTo>
                  <a:lnTo>
                    <a:pt x="246957" y="269269"/>
                  </a:lnTo>
                  <a:lnTo>
                    <a:pt x="253434" y="264229"/>
                  </a:lnTo>
                  <a:lnTo>
                    <a:pt x="259200" y="259189"/>
                  </a:lnTo>
                  <a:lnTo>
                    <a:pt x="264229" y="253429"/>
                  </a:lnTo>
                  <a:lnTo>
                    <a:pt x="269995" y="246950"/>
                  </a:lnTo>
                  <a:lnTo>
                    <a:pt x="274313" y="241190"/>
                  </a:lnTo>
                  <a:lnTo>
                    <a:pt x="279355" y="233992"/>
                  </a:lnTo>
                  <a:lnTo>
                    <a:pt x="282962" y="227514"/>
                  </a:lnTo>
                  <a:lnTo>
                    <a:pt x="287267" y="220310"/>
                  </a:lnTo>
                  <a:lnTo>
                    <a:pt x="290150" y="213112"/>
                  </a:lnTo>
                  <a:lnTo>
                    <a:pt x="293757" y="205913"/>
                  </a:lnTo>
                  <a:lnTo>
                    <a:pt x="295916" y="198710"/>
                  </a:lnTo>
                  <a:lnTo>
                    <a:pt x="298799" y="190793"/>
                  </a:lnTo>
                  <a:lnTo>
                    <a:pt x="300234" y="183595"/>
                  </a:lnTo>
                  <a:lnTo>
                    <a:pt x="303117" y="167754"/>
                  </a:lnTo>
                  <a:lnTo>
                    <a:pt x="303828" y="159837"/>
                  </a:lnTo>
                  <a:lnTo>
                    <a:pt x="303828" y="151913"/>
                  </a:lnTo>
                  <a:lnTo>
                    <a:pt x="303828" y="143996"/>
                  </a:lnTo>
                  <a:lnTo>
                    <a:pt x="296640" y="105117"/>
                  </a:lnTo>
                  <a:lnTo>
                    <a:pt x="275037" y="62636"/>
                  </a:lnTo>
                  <a:lnTo>
                    <a:pt x="247681" y="33839"/>
                  </a:lnTo>
                  <a:lnTo>
                    <a:pt x="213836" y="12962"/>
                  </a:lnTo>
                  <a:lnTo>
                    <a:pt x="167760" y="723"/>
                  </a:lnTo>
                  <a:lnTo>
                    <a:pt x="159835" y="0"/>
                  </a:lnTo>
                  <a:close/>
                </a:path>
              </a:pathLst>
            </a:custGeom>
            <a:solidFill>
              <a:srgbClr val="959595"/>
            </a:solidFill>
          </p:spPr>
          <p:txBody>
            <a:bodyPr wrap="square" lIns="0" tIns="0" rIns="0" bIns="0" rtlCol="0"/>
            <a:lstStyle/>
            <a:p>
              <a:endParaRPr/>
            </a:p>
          </p:txBody>
        </p:sp>
        <p:sp>
          <p:nvSpPr>
            <p:cNvPr id="6" name="object 6"/>
            <p:cNvSpPr/>
            <p:nvPr/>
          </p:nvSpPr>
          <p:spPr>
            <a:xfrm>
              <a:off x="1182190" y="9899192"/>
              <a:ext cx="304165" cy="304165"/>
            </a:xfrm>
            <a:custGeom>
              <a:avLst/>
              <a:gdLst/>
              <a:ahLst/>
              <a:cxnLst/>
              <a:rect l="l" t="t" r="r" b="b"/>
              <a:pathLst>
                <a:path w="304165" h="304165">
                  <a:moveTo>
                    <a:pt x="303828" y="151913"/>
                  </a:moveTo>
                  <a:lnTo>
                    <a:pt x="303828" y="143996"/>
                  </a:lnTo>
                  <a:lnTo>
                    <a:pt x="303116" y="136073"/>
                  </a:lnTo>
                  <a:lnTo>
                    <a:pt x="301681" y="128156"/>
                  </a:lnTo>
                  <a:lnTo>
                    <a:pt x="300233" y="120237"/>
                  </a:lnTo>
                  <a:lnTo>
                    <a:pt x="298798" y="112315"/>
                  </a:lnTo>
                  <a:lnTo>
                    <a:pt x="283672" y="75599"/>
                  </a:lnTo>
                  <a:lnTo>
                    <a:pt x="279354" y="69121"/>
                  </a:lnTo>
                  <a:lnTo>
                    <a:pt x="275036" y="62636"/>
                  </a:lnTo>
                  <a:lnTo>
                    <a:pt x="247680" y="33838"/>
                  </a:lnTo>
                  <a:lnTo>
                    <a:pt x="213834" y="12962"/>
                  </a:lnTo>
                  <a:lnTo>
                    <a:pt x="183594" y="3601"/>
                  </a:lnTo>
                  <a:lnTo>
                    <a:pt x="175682" y="2162"/>
                  </a:lnTo>
                  <a:lnTo>
                    <a:pt x="167757" y="723"/>
                  </a:lnTo>
                  <a:lnTo>
                    <a:pt x="159832" y="0"/>
                  </a:lnTo>
                  <a:lnTo>
                    <a:pt x="151920" y="0"/>
                  </a:lnTo>
                  <a:lnTo>
                    <a:pt x="143995" y="0"/>
                  </a:lnTo>
                  <a:lnTo>
                    <a:pt x="136083" y="723"/>
                  </a:lnTo>
                  <a:lnTo>
                    <a:pt x="128158" y="2162"/>
                  </a:lnTo>
                  <a:lnTo>
                    <a:pt x="120233" y="3601"/>
                  </a:lnTo>
                  <a:lnTo>
                    <a:pt x="82798" y="16559"/>
                  </a:lnTo>
                  <a:lnTo>
                    <a:pt x="69121" y="24482"/>
                  </a:lnTo>
                  <a:lnTo>
                    <a:pt x="62637" y="28803"/>
                  </a:lnTo>
                  <a:lnTo>
                    <a:pt x="56157" y="33838"/>
                  </a:lnTo>
                  <a:lnTo>
                    <a:pt x="50398" y="38879"/>
                  </a:lnTo>
                  <a:lnTo>
                    <a:pt x="44638" y="44638"/>
                  </a:lnTo>
                  <a:lnTo>
                    <a:pt x="38879" y="50397"/>
                  </a:lnTo>
                  <a:lnTo>
                    <a:pt x="16559" y="82797"/>
                  </a:lnTo>
                  <a:lnTo>
                    <a:pt x="3601" y="120237"/>
                  </a:lnTo>
                  <a:lnTo>
                    <a:pt x="2157" y="128156"/>
                  </a:lnTo>
                  <a:lnTo>
                    <a:pt x="720" y="136073"/>
                  </a:lnTo>
                  <a:lnTo>
                    <a:pt x="0" y="143996"/>
                  </a:lnTo>
                  <a:lnTo>
                    <a:pt x="0" y="151913"/>
                  </a:lnTo>
                  <a:lnTo>
                    <a:pt x="720" y="151913"/>
                  </a:lnTo>
                  <a:lnTo>
                    <a:pt x="720" y="159835"/>
                  </a:lnTo>
                  <a:lnTo>
                    <a:pt x="7917" y="198709"/>
                  </a:lnTo>
                  <a:lnTo>
                    <a:pt x="10800" y="205913"/>
                  </a:lnTo>
                  <a:lnTo>
                    <a:pt x="13678" y="213831"/>
                  </a:lnTo>
                  <a:lnTo>
                    <a:pt x="34558" y="246949"/>
                  </a:lnTo>
                  <a:lnTo>
                    <a:pt x="39598" y="253429"/>
                  </a:lnTo>
                  <a:lnTo>
                    <a:pt x="44638" y="259188"/>
                  </a:lnTo>
                  <a:lnTo>
                    <a:pt x="50398" y="264229"/>
                  </a:lnTo>
                  <a:lnTo>
                    <a:pt x="56878" y="269988"/>
                  </a:lnTo>
                  <a:lnTo>
                    <a:pt x="62637" y="274309"/>
                  </a:lnTo>
                  <a:lnTo>
                    <a:pt x="69839" y="279350"/>
                  </a:lnTo>
                  <a:lnTo>
                    <a:pt x="76319" y="282946"/>
                  </a:lnTo>
                  <a:lnTo>
                    <a:pt x="83518" y="287267"/>
                  </a:lnTo>
                  <a:lnTo>
                    <a:pt x="90717" y="290150"/>
                  </a:lnTo>
                  <a:lnTo>
                    <a:pt x="97918" y="293746"/>
                  </a:lnTo>
                  <a:lnTo>
                    <a:pt x="105120" y="295909"/>
                  </a:lnTo>
                  <a:lnTo>
                    <a:pt x="143995" y="303827"/>
                  </a:lnTo>
                  <a:lnTo>
                    <a:pt x="151920" y="303827"/>
                  </a:lnTo>
                  <a:lnTo>
                    <a:pt x="151920" y="303108"/>
                  </a:lnTo>
                  <a:lnTo>
                    <a:pt x="159832" y="303108"/>
                  </a:lnTo>
                  <a:lnTo>
                    <a:pt x="167757" y="302388"/>
                  </a:lnTo>
                  <a:lnTo>
                    <a:pt x="175682" y="300945"/>
                  </a:lnTo>
                  <a:lnTo>
                    <a:pt x="183594" y="299506"/>
                  </a:lnTo>
                  <a:lnTo>
                    <a:pt x="190795" y="298067"/>
                  </a:lnTo>
                  <a:lnTo>
                    <a:pt x="198720" y="295909"/>
                  </a:lnTo>
                  <a:lnTo>
                    <a:pt x="205921" y="293027"/>
                  </a:lnTo>
                  <a:lnTo>
                    <a:pt x="213834" y="290150"/>
                  </a:lnTo>
                  <a:lnTo>
                    <a:pt x="246956" y="269269"/>
                  </a:lnTo>
                  <a:lnTo>
                    <a:pt x="253433" y="264229"/>
                  </a:lnTo>
                  <a:lnTo>
                    <a:pt x="259199" y="259188"/>
                  </a:lnTo>
                  <a:lnTo>
                    <a:pt x="264241" y="253429"/>
                  </a:lnTo>
                  <a:lnTo>
                    <a:pt x="269994" y="246949"/>
                  </a:lnTo>
                  <a:lnTo>
                    <a:pt x="274312" y="241190"/>
                  </a:lnTo>
                  <a:lnTo>
                    <a:pt x="279354" y="233992"/>
                  </a:lnTo>
                  <a:lnTo>
                    <a:pt x="282961" y="227512"/>
                  </a:lnTo>
                  <a:lnTo>
                    <a:pt x="287279" y="220309"/>
                  </a:lnTo>
                  <a:lnTo>
                    <a:pt x="290162" y="213111"/>
                  </a:lnTo>
                  <a:lnTo>
                    <a:pt x="293756" y="205913"/>
                  </a:lnTo>
                  <a:lnTo>
                    <a:pt x="295915" y="198709"/>
                  </a:lnTo>
                  <a:lnTo>
                    <a:pt x="303828" y="159835"/>
                  </a:lnTo>
                  <a:lnTo>
                    <a:pt x="303828" y="151913"/>
                  </a:lnTo>
                  <a:close/>
                </a:path>
              </a:pathLst>
            </a:custGeom>
            <a:ln w="18719">
              <a:solidFill>
                <a:srgbClr val="959595"/>
              </a:solidFill>
            </a:ln>
          </p:spPr>
          <p:txBody>
            <a:bodyPr wrap="square" lIns="0" tIns="0" rIns="0" bIns="0" rtlCol="0"/>
            <a:lstStyle/>
            <a:p>
              <a:endParaRPr/>
            </a:p>
          </p:txBody>
        </p:sp>
      </p:grpSp>
      <p:grpSp>
        <p:nvGrpSpPr>
          <p:cNvPr id="7" name="object 7"/>
          <p:cNvGrpSpPr/>
          <p:nvPr/>
        </p:nvGrpSpPr>
        <p:grpSpPr>
          <a:xfrm>
            <a:off x="17146983" y="9223145"/>
            <a:ext cx="1019175" cy="1016635"/>
            <a:chOff x="8634276" y="8106477"/>
            <a:chExt cx="1019175" cy="1016635"/>
          </a:xfrm>
        </p:grpSpPr>
        <p:sp>
          <p:nvSpPr>
            <p:cNvPr id="8" name="object 8"/>
            <p:cNvSpPr/>
            <p:nvPr/>
          </p:nvSpPr>
          <p:spPr>
            <a:xfrm>
              <a:off x="8643594" y="8115833"/>
              <a:ext cx="1000125" cy="998219"/>
            </a:xfrm>
            <a:custGeom>
              <a:avLst/>
              <a:gdLst/>
              <a:ahLst/>
              <a:cxnLst/>
              <a:rect l="l" t="t" r="r" b="b"/>
              <a:pathLst>
                <a:path w="1000125" h="998220">
                  <a:moveTo>
                    <a:pt x="499656" y="0"/>
                  </a:moveTo>
                  <a:lnTo>
                    <a:pt x="497127" y="43787"/>
                  </a:lnTo>
                  <a:lnTo>
                    <a:pt x="489742" y="87284"/>
                  </a:lnTo>
                  <a:lnTo>
                    <a:pt x="477799" y="130185"/>
                  </a:lnTo>
                  <a:lnTo>
                    <a:pt x="461599" y="172186"/>
                  </a:lnTo>
                  <a:lnTo>
                    <a:pt x="441442" y="212982"/>
                  </a:lnTo>
                  <a:lnTo>
                    <a:pt x="417627" y="252267"/>
                  </a:lnTo>
                  <a:lnTo>
                    <a:pt x="390453" y="289737"/>
                  </a:lnTo>
                  <a:lnTo>
                    <a:pt x="360222" y="325085"/>
                  </a:lnTo>
                  <a:lnTo>
                    <a:pt x="327233" y="358008"/>
                  </a:lnTo>
                  <a:lnTo>
                    <a:pt x="291785" y="388201"/>
                  </a:lnTo>
                  <a:lnTo>
                    <a:pt x="254179" y="415357"/>
                  </a:lnTo>
                  <a:lnTo>
                    <a:pt x="214713" y="439173"/>
                  </a:lnTo>
                  <a:lnTo>
                    <a:pt x="173689" y="459342"/>
                  </a:lnTo>
                  <a:lnTo>
                    <a:pt x="131406" y="475560"/>
                  </a:lnTo>
                  <a:lnTo>
                    <a:pt x="88163" y="487523"/>
                  </a:lnTo>
                  <a:lnTo>
                    <a:pt x="44261" y="494924"/>
                  </a:lnTo>
                  <a:lnTo>
                    <a:pt x="0" y="497459"/>
                  </a:lnTo>
                  <a:lnTo>
                    <a:pt x="44261" y="500015"/>
                  </a:lnTo>
                  <a:lnTo>
                    <a:pt x="88163" y="507478"/>
                  </a:lnTo>
                  <a:lnTo>
                    <a:pt x="131406" y="519538"/>
                  </a:lnTo>
                  <a:lnTo>
                    <a:pt x="173689" y="535885"/>
                  </a:lnTo>
                  <a:lnTo>
                    <a:pt x="214713" y="556211"/>
                  </a:lnTo>
                  <a:lnTo>
                    <a:pt x="254179" y="580205"/>
                  </a:lnTo>
                  <a:lnTo>
                    <a:pt x="291785" y="607559"/>
                  </a:lnTo>
                  <a:lnTo>
                    <a:pt x="327233" y="637962"/>
                  </a:lnTo>
                  <a:lnTo>
                    <a:pt x="360222" y="671106"/>
                  </a:lnTo>
                  <a:lnTo>
                    <a:pt x="390453" y="706681"/>
                  </a:lnTo>
                  <a:lnTo>
                    <a:pt x="417627" y="744378"/>
                  </a:lnTo>
                  <a:lnTo>
                    <a:pt x="441442" y="783887"/>
                  </a:lnTo>
                  <a:lnTo>
                    <a:pt x="461599" y="824898"/>
                  </a:lnTo>
                  <a:lnTo>
                    <a:pt x="477799" y="867103"/>
                  </a:lnTo>
                  <a:lnTo>
                    <a:pt x="489742" y="910192"/>
                  </a:lnTo>
                  <a:lnTo>
                    <a:pt x="497127" y="953856"/>
                  </a:lnTo>
                  <a:lnTo>
                    <a:pt x="499656" y="997784"/>
                  </a:lnTo>
                  <a:lnTo>
                    <a:pt x="502184" y="953856"/>
                  </a:lnTo>
                  <a:lnTo>
                    <a:pt x="509570" y="910192"/>
                  </a:lnTo>
                  <a:lnTo>
                    <a:pt x="521515" y="867103"/>
                  </a:lnTo>
                  <a:lnTo>
                    <a:pt x="537720" y="824898"/>
                  </a:lnTo>
                  <a:lnTo>
                    <a:pt x="557885" y="783887"/>
                  </a:lnTo>
                  <a:lnTo>
                    <a:pt x="581712" y="744378"/>
                  </a:lnTo>
                  <a:lnTo>
                    <a:pt x="608903" y="706681"/>
                  </a:lnTo>
                  <a:lnTo>
                    <a:pt x="639157" y="671106"/>
                  </a:lnTo>
                  <a:lnTo>
                    <a:pt x="672177" y="637962"/>
                  </a:lnTo>
                  <a:lnTo>
                    <a:pt x="707663" y="607559"/>
                  </a:lnTo>
                  <a:lnTo>
                    <a:pt x="745316" y="580205"/>
                  </a:lnTo>
                  <a:lnTo>
                    <a:pt x="784838" y="556211"/>
                  </a:lnTo>
                  <a:lnTo>
                    <a:pt x="825929" y="535885"/>
                  </a:lnTo>
                  <a:lnTo>
                    <a:pt x="868291" y="519538"/>
                  </a:lnTo>
                  <a:lnTo>
                    <a:pt x="911624" y="507478"/>
                  </a:lnTo>
                  <a:lnTo>
                    <a:pt x="955630" y="500015"/>
                  </a:lnTo>
                  <a:lnTo>
                    <a:pt x="1000010" y="497459"/>
                  </a:lnTo>
                  <a:lnTo>
                    <a:pt x="955630" y="494924"/>
                  </a:lnTo>
                  <a:lnTo>
                    <a:pt x="911624" y="487523"/>
                  </a:lnTo>
                  <a:lnTo>
                    <a:pt x="868291" y="475560"/>
                  </a:lnTo>
                  <a:lnTo>
                    <a:pt x="825929" y="459342"/>
                  </a:lnTo>
                  <a:lnTo>
                    <a:pt x="784838" y="439173"/>
                  </a:lnTo>
                  <a:lnTo>
                    <a:pt x="745316" y="415357"/>
                  </a:lnTo>
                  <a:lnTo>
                    <a:pt x="707663" y="388201"/>
                  </a:lnTo>
                  <a:lnTo>
                    <a:pt x="672177" y="358008"/>
                  </a:lnTo>
                  <a:lnTo>
                    <a:pt x="639157" y="325085"/>
                  </a:lnTo>
                  <a:lnTo>
                    <a:pt x="608903" y="289737"/>
                  </a:lnTo>
                  <a:lnTo>
                    <a:pt x="581712" y="252267"/>
                  </a:lnTo>
                  <a:lnTo>
                    <a:pt x="557885" y="212982"/>
                  </a:lnTo>
                  <a:lnTo>
                    <a:pt x="537720" y="172186"/>
                  </a:lnTo>
                  <a:lnTo>
                    <a:pt x="521515" y="130185"/>
                  </a:lnTo>
                  <a:lnTo>
                    <a:pt x="509570" y="87284"/>
                  </a:lnTo>
                  <a:lnTo>
                    <a:pt x="502184" y="43787"/>
                  </a:lnTo>
                  <a:lnTo>
                    <a:pt x="499656" y="0"/>
                  </a:lnTo>
                  <a:close/>
                </a:path>
              </a:pathLst>
            </a:custGeom>
            <a:solidFill>
              <a:srgbClr val="959595"/>
            </a:solidFill>
          </p:spPr>
          <p:txBody>
            <a:bodyPr wrap="square" lIns="0" tIns="0" rIns="0" bIns="0" rtlCol="0"/>
            <a:lstStyle/>
            <a:p>
              <a:endParaRPr/>
            </a:p>
          </p:txBody>
        </p:sp>
        <p:sp>
          <p:nvSpPr>
            <p:cNvPr id="9" name="object 9"/>
            <p:cNvSpPr/>
            <p:nvPr/>
          </p:nvSpPr>
          <p:spPr>
            <a:xfrm>
              <a:off x="8643635" y="8115836"/>
              <a:ext cx="1000125" cy="998219"/>
            </a:xfrm>
            <a:custGeom>
              <a:avLst/>
              <a:gdLst/>
              <a:ahLst/>
              <a:cxnLst/>
              <a:rect l="l" t="t" r="r" b="b"/>
              <a:pathLst>
                <a:path w="1000125" h="998220">
                  <a:moveTo>
                    <a:pt x="0" y="497453"/>
                  </a:moveTo>
                  <a:lnTo>
                    <a:pt x="44261" y="494918"/>
                  </a:lnTo>
                  <a:lnTo>
                    <a:pt x="88162" y="487517"/>
                  </a:lnTo>
                  <a:lnTo>
                    <a:pt x="131405" y="475555"/>
                  </a:lnTo>
                  <a:lnTo>
                    <a:pt x="173687" y="459336"/>
                  </a:lnTo>
                  <a:lnTo>
                    <a:pt x="214711" y="439167"/>
                  </a:lnTo>
                  <a:lnTo>
                    <a:pt x="254176" y="415351"/>
                  </a:lnTo>
                  <a:lnTo>
                    <a:pt x="291782" y="388195"/>
                  </a:lnTo>
                  <a:lnTo>
                    <a:pt x="327229" y="358002"/>
                  </a:lnTo>
                  <a:lnTo>
                    <a:pt x="360218" y="325079"/>
                  </a:lnTo>
                  <a:lnTo>
                    <a:pt x="390449" y="289731"/>
                  </a:lnTo>
                  <a:lnTo>
                    <a:pt x="417622" y="252262"/>
                  </a:lnTo>
                  <a:lnTo>
                    <a:pt x="441437" y="212977"/>
                  </a:lnTo>
                  <a:lnTo>
                    <a:pt x="461594" y="172182"/>
                  </a:lnTo>
                  <a:lnTo>
                    <a:pt x="477794" y="130182"/>
                  </a:lnTo>
                  <a:lnTo>
                    <a:pt x="489736" y="87281"/>
                  </a:lnTo>
                  <a:lnTo>
                    <a:pt x="497122" y="43785"/>
                  </a:lnTo>
                  <a:lnTo>
                    <a:pt x="499650" y="0"/>
                  </a:lnTo>
                  <a:lnTo>
                    <a:pt x="502179" y="43785"/>
                  </a:lnTo>
                  <a:lnTo>
                    <a:pt x="509565" y="87281"/>
                  </a:lnTo>
                  <a:lnTo>
                    <a:pt x="521510" y="130182"/>
                  </a:lnTo>
                  <a:lnTo>
                    <a:pt x="537715" y="172182"/>
                  </a:lnTo>
                  <a:lnTo>
                    <a:pt x="557882" y="212977"/>
                  </a:lnTo>
                  <a:lnTo>
                    <a:pt x="581710" y="252262"/>
                  </a:lnTo>
                  <a:lnTo>
                    <a:pt x="608901" y="289731"/>
                  </a:lnTo>
                  <a:lnTo>
                    <a:pt x="639156" y="325079"/>
                  </a:lnTo>
                  <a:lnTo>
                    <a:pt x="672177" y="358002"/>
                  </a:lnTo>
                  <a:lnTo>
                    <a:pt x="707663" y="388195"/>
                  </a:lnTo>
                  <a:lnTo>
                    <a:pt x="745317" y="415351"/>
                  </a:lnTo>
                  <a:lnTo>
                    <a:pt x="784839" y="439167"/>
                  </a:lnTo>
                  <a:lnTo>
                    <a:pt x="825931" y="459336"/>
                  </a:lnTo>
                  <a:lnTo>
                    <a:pt x="868293" y="475555"/>
                  </a:lnTo>
                  <a:lnTo>
                    <a:pt x="911627" y="487517"/>
                  </a:lnTo>
                  <a:lnTo>
                    <a:pt x="955633" y="494918"/>
                  </a:lnTo>
                  <a:lnTo>
                    <a:pt x="1000012" y="497453"/>
                  </a:lnTo>
                  <a:lnTo>
                    <a:pt x="955633" y="500010"/>
                  </a:lnTo>
                  <a:lnTo>
                    <a:pt x="911627" y="507473"/>
                  </a:lnTo>
                  <a:lnTo>
                    <a:pt x="868293" y="519533"/>
                  </a:lnTo>
                  <a:lnTo>
                    <a:pt x="825931" y="535880"/>
                  </a:lnTo>
                  <a:lnTo>
                    <a:pt x="784839" y="556206"/>
                  </a:lnTo>
                  <a:lnTo>
                    <a:pt x="745317" y="580201"/>
                  </a:lnTo>
                  <a:lnTo>
                    <a:pt x="707663" y="607555"/>
                  </a:lnTo>
                  <a:lnTo>
                    <a:pt x="672177" y="637958"/>
                  </a:lnTo>
                  <a:lnTo>
                    <a:pt x="639156" y="671103"/>
                  </a:lnTo>
                  <a:lnTo>
                    <a:pt x="608901" y="706678"/>
                  </a:lnTo>
                  <a:lnTo>
                    <a:pt x="581710" y="744375"/>
                  </a:lnTo>
                  <a:lnTo>
                    <a:pt x="557882" y="783884"/>
                  </a:lnTo>
                  <a:lnTo>
                    <a:pt x="537715" y="824896"/>
                  </a:lnTo>
                  <a:lnTo>
                    <a:pt x="521510" y="867101"/>
                  </a:lnTo>
                  <a:lnTo>
                    <a:pt x="509565" y="910190"/>
                  </a:lnTo>
                  <a:lnTo>
                    <a:pt x="502179" y="953853"/>
                  </a:lnTo>
                  <a:lnTo>
                    <a:pt x="499650" y="997781"/>
                  </a:lnTo>
                  <a:lnTo>
                    <a:pt x="497122" y="953853"/>
                  </a:lnTo>
                  <a:lnTo>
                    <a:pt x="489736" y="910190"/>
                  </a:lnTo>
                  <a:lnTo>
                    <a:pt x="477794" y="867101"/>
                  </a:lnTo>
                  <a:lnTo>
                    <a:pt x="461594" y="824896"/>
                  </a:lnTo>
                  <a:lnTo>
                    <a:pt x="441437" y="783884"/>
                  </a:lnTo>
                  <a:lnTo>
                    <a:pt x="417622" y="744375"/>
                  </a:lnTo>
                  <a:lnTo>
                    <a:pt x="390449" y="706678"/>
                  </a:lnTo>
                  <a:lnTo>
                    <a:pt x="360218" y="671103"/>
                  </a:lnTo>
                  <a:lnTo>
                    <a:pt x="327229" y="637958"/>
                  </a:lnTo>
                  <a:lnTo>
                    <a:pt x="291782" y="607555"/>
                  </a:lnTo>
                  <a:lnTo>
                    <a:pt x="254176" y="580201"/>
                  </a:lnTo>
                  <a:lnTo>
                    <a:pt x="214711" y="556206"/>
                  </a:lnTo>
                  <a:lnTo>
                    <a:pt x="173687" y="535880"/>
                  </a:lnTo>
                  <a:lnTo>
                    <a:pt x="131405" y="519533"/>
                  </a:lnTo>
                  <a:lnTo>
                    <a:pt x="88162" y="507473"/>
                  </a:lnTo>
                  <a:lnTo>
                    <a:pt x="44261" y="500010"/>
                  </a:lnTo>
                  <a:lnTo>
                    <a:pt x="0" y="497453"/>
                  </a:lnTo>
                  <a:close/>
                </a:path>
              </a:pathLst>
            </a:custGeom>
            <a:ln w="18718">
              <a:solidFill>
                <a:srgbClr val="959595"/>
              </a:solidFill>
            </a:ln>
          </p:spPr>
          <p:txBody>
            <a:bodyPr wrap="square" lIns="0" tIns="0" rIns="0" bIns="0" rtlCol="0"/>
            <a:lstStyle/>
            <a:p>
              <a:endParaRPr/>
            </a:p>
          </p:txBody>
        </p:sp>
      </p:grpSp>
      <p:sp>
        <p:nvSpPr>
          <p:cNvPr id="10" name="TextBox 9">
            <a:extLst>
              <a:ext uri="{FF2B5EF4-FFF2-40B4-BE49-F238E27FC236}">
                <a16:creationId xmlns:a16="http://schemas.microsoft.com/office/drawing/2014/main" id="{469A39B6-5C05-ACCB-C280-7918DA701663}"/>
              </a:ext>
            </a:extLst>
          </p:cNvPr>
          <p:cNvSpPr txBox="1"/>
          <p:nvPr/>
        </p:nvSpPr>
        <p:spPr>
          <a:xfrm>
            <a:off x="234950" y="349250"/>
            <a:ext cx="6248400" cy="769441"/>
          </a:xfrm>
          <a:prstGeom prst="rect">
            <a:avLst/>
          </a:prstGeom>
          <a:noFill/>
        </p:spPr>
        <p:txBody>
          <a:bodyPr wrap="square" rtlCol="0">
            <a:spAutoFit/>
          </a:bodyPr>
          <a:lstStyle/>
          <a:p>
            <a:r>
              <a:rPr lang="en-US" sz="4400" b="1" dirty="0">
                <a:latin typeface="Arial" panose="020B0604020202020204" pitchFamily="34" charset="0"/>
                <a:cs typeface="Arial" panose="020B0604020202020204" pitchFamily="34" charset="0"/>
              </a:rPr>
              <a:t>Transaction Types</a:t>
            </a:r>
          </a:p>
        </p:txBody>
      </p:sp>
      <p:sp>
        <p:nvSpPr>
          <p:cNvPr id="11" name="TextBox 10">
            <a:extLst>
              <a:ext uri="{FF2B5EF4-FFF2-40B4-BE49-F238E27FC236}">
                <a16:creationId xmlns:a16="http://schemas.microsoft.com/office/drawing/2014/main" id="{A292A060-1874-250B-7938-35FD9C504627}"/>
              </a:ext>
            </a:extLst>
          </p:cNvPr>
          <p:cNvSpPr txBox="1"/>
          <p:nvPr/>
        </p:nvSpPr>
        <p:spPr>
          <a:xfrm>
            <a:off x="539750" y="2436672"/>
            <a:ext cx="12436373" cy="4524315"/>
          </a:xfrm>
          <a:prstGeom prst="rect">
            <a:avLst/>
          </a:prstGeom>
          <a:noFill/>
        </p:spPr>
        <p:txBody>
          <a:bodyPr wrap="square" rtlCol="0">
            <a:spAutoFit/>
          </a:bodyPr>
          <a:lstStyle/>
          <a:p>
            <a:r>
              <a:rPr lang="en-US" sz="4800" dirty="0">
                <a:latin typeface="+mj-lt"/>
              </a:rPr>
              <a:t>List of available transactions:</a:t>
            </a:r>
          </a:p>
          <a:p>
            <a:endParaRPr lang="en-US" sz="4800" dirty="0">
              <a:latin typeface="+mj-lt"/>
            </a:endParaRPr>
          </a:p>
          <a:p>
            <a:r>
              <a:rPr lang="en-US" sz="4800" dirty="0">
                <a:latin typeface="+mj-lt"/>
              </a:rPr>
              <a:t>1. Deposit</a:t>
            </a:r>
          </a:p>
          <a:p>
            <a:r>
              <a:rPr lang="en-US" sz="4800" dirty="0">
                <a:latin typeface="+mj-lt"/>
              </a:rPr>
              <a:t>2. Withdrawal</a:t>
            </a:r>
          </a:p>
          <a:p>
            <a:r>
              <a:rPr lang="en-US" sz="4800" dirty="0">
                <a:latin typeface="+mj-lt"/>
              </a:rPr>
              <a:t>3. Fast Cash</a:t>
            </a:r>
          </a:p>
          <a:p>
            <a:r>
              <a:rPr lang="en-US" sz="4800" dirty="0">
                <a:latin typeface="+mj-lt"/>
              </a:rPr>
              <a:t>4. Balance Enquiry</a:t>
            </a:r>
          </a:p>
        </p:txBody>
      </p:sp>
    </p:spTree>
    <p:extLst>
      <p:ext uri="{BB962C8B-B14F-4D97-AF65-F5344CB8AC3E}">
        <p14:creationId xmlns:p14="http://schemas.microsoft.com/office/powerpoint/2010/main" val="3689052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611852" y="0"/>
            <a:ext cx="1676400" cy="4457700"/>
            <a:chOff x="16611852" y="0"/>
            <a:chExt cx="1676400" cy="4457700"/>
          </a:xfrm>
        </p:grpSpPr>
        <p:sp>
          <p:nvSpPr>
            <p:cNvPr id="3" name="object 3"/>
            <p:cNvSpPr/>
            <p:nvPr/>
          </p:nvSpPr>
          <p:spPr>
            <a:xfrm>
              <a:off x="16611852" y="0"/>
              <a:ext cx="1676400" cy="4457700"/>
            </a:xfrm>
            <a:custGeom>
              <a:avLst/>
              <a:gdLst/>
              <a:ahLst/>
              <a:cxnLst/>
              <a:rect l="l" t="t" r="r" b="b"/>
              <a:pathLst>
                <a:path w="1676400" h="4457700">
                  <a:moveTo>
                    <a:pt x="582421" y="3351542"/>
                  </a:moveTo>
                  <a:lnTo>
                    <a:pt x="527684" y="3351542"/>
                  </a:lnTo>
                  <a:lnTo>
                    <a:pt x="0" y="3874261"/>
                  </a:lnTo>
                  <a:lnTo>
                    <a:pt x="0" y="4457699"/>
                  </a:lnTo>
                  <a:lnTo>
                    <a:pt x="582421" y="4457699"/>
                  </a:lnTo>
                  <a:lnTo>
                    <a:pt x="582421" y="4428654"/>
                  </a:lnTo>
                  <a:lnTo>
                    <a:pt x="29463" y="4428654"/>
                  </a:lnTo>
                  <a:lnTo>
                    <a:pt x="29463" y="3904500"/>
                  </a:lnTo>
                  <a:lnTo>
                    <a:pt x="1136776" y="3904500"/>
                  </a:lnTo>
                  <a:lnTo>
                    <a:pt x="1136776" y="3874261"/>
                  </a:lnTo>
                  <a:lnTo>
                    <a:pt x="42417" y="3874261"/>
                  </a:lnTo>
                  <a:lnTo>
                    <a:pt x="552195" y="3370262"/>
                  </a:lnTo>
                  <a:lnTo>
                    <a:pt x="582421" y="3370262"/>
                  </a:lnTo>
                  <a:lnTo>
                    <a:pt x="582421" y="3351542"/>
                  </a:lnTo>
                  <a:close/>
                </a:path>
                <a:path w="1676400" h="4457700">
                  <a:moveTo>
                    <a:pt x="582421" y="3904500"/>
                  </a:moveTo>
                  <a:lnTo>
                    <a:pt x="552195" y="3904500"/>
                  </a:lnTo>
                  <a:lnTo>
                    <a:pt x="552195" y="4428654"/>
                  </a:lnTo>
                  <a:lnTo>
                    <a:pt x="582421" y="4428654"/>
                  </a:lnTo>
                  <a:lnTo>
                    <a:pt x="582421" y="3904500"/>
                  </a:lnTo>
                  <a:close/>
                </a:path>
                <a:path w="1676400" h="4457700">
                  <a:moveTo>
                    <a:pt x="582421" y="3370262"/>
                  </a:moveTo>
                  <a:lnTo>
                    <a:pt x="552195" y="3370262"/>
                  </a:lnTo>
                  <a:lnTo>
                    <a:pt x="552195" y="3874261"/>
                  </a:lnTo>
                  <a:lnTo>
                    <a:pt x="582421" y="3874261"/>
                  </a:lnTo>
                  <a:lnTo>
                    <a:pt x="582421" y="3370262"/>
                  </a:lnTo>
                  <a:close/>
                </a:path>
                <a:path w="1676400" h="4457700">
                  <a:moveTo>
                    <a:pt x="1136776" y="2245639"/>
                  </a:moveTo>
                  <a:lnTo>
                    <a:pt x="1106550" y="2245639"/>
                  </a:lnTo>
                  <a:lnTo>
                    <a:pt x="1106550" y="2768358"/>
                  </a:lnTo>
                  <a:lnTo>
                    <a:pt x="0" y="2768358"/>
                  </a:lnTo>
                  <a:lnTo>
                    <a:pt x="0" y="3351542"/>
                  </a:lnTo>
                  <a:lnTo>
                    <a:pt x="1106550" y="3351542"/>
                  </a:lnTo>
                  <a:lnTo>
                    <a:pt x="1106550" y="3874261"/>
                  </a:lnTo>
                  <a:lnTo>
                    <a:pt x="1136776" y="3874261"/>
                  </a:lnTo>
                  <a:lnTo>
                    <a:pt x="1136776" y="3321303"/>
                  </a:lnTo>
                  <a:lnTo>
                    <a:pt x="29463" y="3321303"/>
                  </a:lnTo>
                  <a:lnTo>
                    <a:pt x="29463" y="2797162"/>
                  </a:lnTo>
                  <a:lnTo>
                    <a:pt x="1136776" y="2797162"/>
                  </a:lnTo>
                  <a:lnTo>
                    <a:pt x="1136776" y="2791396"/>
                  </a:lnTo>
                  <a:lnTo>
                    <a:pt x="1179085" y="2749638"/>
                  </a:lnTo>
                  <a:lnTo>
                    <a:pt x="1136776" y="2749638"/>
                  </a:lnTo>
                  <a:lnTo>
                    <a:pt x="1136776" y="2245639"/>
                  </a:lnTo>
                  <a:close/>
                </a:path>
                <a:path w="1676400" h="4457700">
                  <a:moveTo>
                    <a:pt x="582421" y="2797162"/>
                  </a:moveTo>
                  <a:lnTo>
                    <a:pt x="552195" y="2797162"/>
                  </a:lnTo>
                  <a:lnTo>
                    <a:pt x="552195" y="3321303"/>
                  </a:lnTo>
                  <a:lnTo>
                    <a:pt x="602614" y="3321303"/>
                  </a:lnTo>
                  <a:lnTo>
                    <a:pt x="625842" y="3298266"/>
                  </a:lnTo>
                  <a:lnTo>
                    <a:pt x="582421" y="3298266"/>
                  </a:lnTo>
                  <a:lnTo>
                    <a:pt x="582421" y="2797162"/>
                  </a:lnTo>
                  <a:close/>
                </a:path>
                <a:path w="1676400" h="4457700">
                  <a:moveTo>
                    <a:pt x="1131061" y="2797162"/>
                  </a:moveTo>
                  <a:lnTo>
                    <a:pt x="1087881" y="2797162"/>
                  </a:lnTo>
                  <a:lnTo>
                    <a:pt x="582421" y="3298266"/>
                  </a:lnTo>
                  <a:lnTo>
                    <a:pt x="625842" y="3298266"/>
                  </a:lnTo>
                  <a:lnTo>
                    <a:pt x="1131061" y="2797162"/>
                  </a:lnTo>
                  <a:close/>
                </a:path>
                <a:path w="1676400" h="4457700">
                  <a:moveTo>
                    <a:pt x="1676158" y="1691258"/>
                  </a:moveTo>
                  <a:lnTo>
                    <a:pt x="1660905" y="1691258"/>
                  </a:lnTo>
                  <a:lnTo>
                    <a:pt x="1660905" y="2215400"/>
                  </a:lnTo>
                  <a:lnTo>
                    <a:pt x="552195" y="2215400"/>
                  </a:lnTo>
                  <a:lnTo>
                    <a:pt x="552195" y="2768358"/>
                  </a:lnTo>
                  <a:lnTo>
                    <a:pt x="582421" y="2768358"/>
                  </a:lnTo>
                  <a:lnTo>
                    <a:pt x="582421" y="2245639"/>
                  </a:lnTo>
                  <a:lnTo>
                    <a:pt x="1676158" y="2245639"/>
                  </a:lnTo>
                  <a:lnTo>
                    <a:pt x="1676158" y="1691258"/>
                  </a:lnTo>
                  <a:close/>
                </a:path>
                <a:path w="1676400" h="4457700">
                  <a:moveTo>
                    <a:pt x="1676158" y="2245639"/>
                  </a:moveTo>
                  <a:lnTo>
                    <a:pt x="1646554" y="2245639"/>
                  </a:lnTo>
                  <a:lnTo>
                    <a:pt x="1136776" y="2749638"/>
                  </a:lnTo>
                  <a:lnTo>
                    <a:pt x="1179085" y="2749638"/>
                  </a:lnTo>
                  <a:lnTo>
                    <a:pt x="1676158" y="2259038"/>
                  </a:lnTo>
                  <a:lnTo>
                    <a:pt x="1676158" y="2245639"/>
                  </a:lnTo>
                  <a:close/>
                </a:path>
                <a:path w="1676400" h="4457700">
                  <a:moveTo>
                    <a:pt x="1676158" y="0"/>
                  </a:moveTo>
                  <a:lnTo>
                    <a:pt x="1660905" y="0"/>
                  </a:lnTo>
                  <a:lnTo>
                    <a:pt x="1106550" y="553669"/>
                  </a:lnTo>
                  <a:lnTo>
                    <a:pt x="1106550" y="1136865"/>
                  </a:lnTo>
                  <a:lnTo>
                    <a:pt x="1660905" y="1136865"/>
                  </a:lnTo>
                  <a:lnTo>
                    <a:pt x="1660905" y="1661020"/>
                  </a:lnTo>
                  <a:lnTo>
                    <a:pt x="1106550" y="1661020"/>
                  </a:lnTo>
                  <a:lnTo>
                    <a:pt x="1106550" y="2215400"/>
                  </a:lnTo>
                  <a:lnTo>
                    <a:pt x="1136776" y="2215400"/>
                  </a:lnTo>
                  <a:lnTo>
                    <a:pt x="1136776" y="1691258"/>
                  </a:lnTo>
                  <a:lnTo>
                    <a:pt x="1676158" y="1691258"/>
                  </a:lnTo>
                  <a:lnTo>
                    <a:pt x="1676158" y="1106627"/>
                  </a:lnTo>
                  <a:lnTo>
                    <a:pt x="1136776" y="1106627"/>
                  </a:lnTo>
                  <a:lnTo>
                    <a:pt x="1136776" y="583907"/>
                  </a:lnTo>
                  <a:lnTo>
                    <a:pt x="1676158" y="583907"/>
                  </a:lnTo>
                  <a:lnTo>
                    <a:pt x="1676158" y="553669"/>
                  </a:lnTo>
                  <a:lnTo>
                    <a:pt x="1148333" y="553669"/>
                  </a:lnTo>
                  <a:lnTo>
                    <a:pt x="1660905" y="42481"/>
                  </a:lnTo>
                  <a:lnTo>
                    <a:pt x="1676158" y="42481"/>
                  </a:lnTo>
                  <a:lnTo>
                    <a:pt x="1676158" y="0"/>
                  </a:lnTo>
                  <a:close/>
                </a:path>
                <a:path w="1676400" h="4457700">
                  <a:moveTo>
                    <a:pt x="1676158" y="583907"/>
                  </a:moveTo>
                  <a:lnTo>
                    <a:pt x="1660905" y="583907"/>
                  </a:lnTo>
                  <a:lnTo>
                    <a:pt x="1660905" y="1106627"/>
                  </a:lnTo>
                  <a:lnTo>
                    <a:pt x="1676158" y="1106627"/>
                  </a:lnTo>
                  <a:lnTo>
                    <a:pt x="1676158" y="583907"/>
                  </a:lnTo>
                  <a:close/>
                </a:path>
                <a:path w="1676400" h="4457700">
                  <a:moveTo>
                    <a:pt x="1676158" y="42481"/>
                  </a:moveTo>
                  <a:lnTo>
                    <a:pt x="1660905" y="42481"/>
                  </a:lnTo>
                  <a:lnTo>
                    <a:pt x="1660905" y="553669"/>
                  </a:lnTo>
                  <a:lnTo>
                    <a:pt x="1676158" y="553669"/>
                  </a:lnTo>
                  <a:lnTo>
                    <a:pt x="1676158" y="42481"/>
                  </a:lnTo>
                  <a:close/>
                </a:path>
              </a:pathLst>
            </a:custGeom>
            <a:solidFill>
              <a:srgbClr val="36D636"/>
            </a:solidFill>
          </p:spPr>
          <p:txBody>
            <a:bodyPr wrap="square" lIns="0" tIns="0" rIns="0" bIns="0" rtlCol="0"/>
            <a:lstStyle/>
            <a:p>
              <a:endParaRPr/>
            </a:p>
          </p:txBody>
        </p:sp>
        <p:sp>
          <p:nvSpPr>
            <p:cNvPr id="4" name="object 4"/>
            <p:cNvSpPr/>
            <p:nvPr/>
          </p:nvSpPr>
          <p:spPr>
            <a:xfrm>
              <a:off x="17320259" y="3466744"/>
              <a:ext cx="304165" cy="304165"/>
            </a:xfrm>
            <a:custGeom>
              <a:avLst/>
              <a:gdLst/>
              <a:ahLst/>
              <a:cxnLst/>
              <a:rect l="l" t="t" r="r" b="b"/>
              <a:pathLst>
                <a:path w="304165" h="304164">
                  <a:moveTo>
                    <a:pt x="159893" y="0"/>
                  </a:moveTo>
                  <a:lnTo>
                    <a:pt x="144018" y="0"/>
                  </a:lnTo>
                  <a:lnTo>
                    <a:pt x="136144" y="723"/>
                  </a:lnTo>
                  <a:lnTo>
                    <a:pt x="97282" y="10083"/>
                  </a:lnTo>
                  <a:lnTo>
                    <a:pt x="62611" y="28803"/>
                  </a:lnTo>
                  <a:lnTo>
                    <a:pt x="44704" y="44640"/>
                  </a:lnTo>
                  <a:lnTo>
                    <a:pt x="38862" y="50393"/>
                  </a:lnTo>
                  <a:lnTo>
                    <a:pt x="33909" y="56159"/>
                  </a:lnTo>
                  <a:lnTo>
                    <a:pt x="28829" y="62636"/>
                  </a:lnTo>
                  <a:lnTo>
                    <a:pt x="20193" y="75603"/>
                  </a:lnTo>
                  <a:lnTo>
                    <a:pt x="16637" y="82804"/>
                  </a:lnTo>
                  <a:lnTo>
                    <a:pt x="12954" y="89992"/>
                  </a:lnTo>
                  <a:lnTo>
                    <a:pt x="10160" y="97205"/>
                  </a:lnTo>
                  <a:lnTo>
                    <a:pt x="7239" y="105117"/>
                  </a:lnTo>
                  <a:lnTo>
                    <a:pt x="5080" y="112318"/>
                  </a:lnTo>
                  <a:lnTo>
                    <a:pt x="3683" y="120243"/>
                  </a:lnTo>
                  <a:lnTo>
                    <a:pt x="2159" y="128155"/>
                  </a:lnTo>
                  <a:lnTo>
                    <a:pt x="762" y="136080"/>
                  </a:lnTo>
                  <a:lnTo>
                    <a:pt x="0" y="143992"/>
                  </a:lnTo>
                  <a:lnTo>
                    <a:pt x="0" y="151917"/>
                  </a:lnTo>
                  <a:lnTo>
                    <a:pt x="0" y="159842"/>
                  </a:lnTo>
                  <a:lnTo>
                    <a:pt x="762" y="167754"/>
                  </a:lnTo>
                  <a:lnTo>
                    <a:pt x="2159" y="175679"/>
                  </a:lnTo>
                  <a:lnTo>
                    <a:pt x="5080" y="190804"/>
                  </a:lnTo>
                  <a:lnTo>
                    <a:pt x="8001" y="198716"/>
                  </a:lnTo>
                  <a:lnTo>
                    <a:pt x="10160" y="205917"/>
                  </a:lnTo>
                  <a:lnTo>
                    <a:pt x="13716" y="213118"/>
                  </a:lnTo>
                  <a:lnTo>
                    <a:pt x="16637" y="220319"/>
                  </a:lnTo>
                  <a:lnTo>
                    <a:pt x="20955" y="227520"/>
                  </a:lnTo>
                  <a:lnTo>
                    <a:pt x="44704" y="259194"/>
                  </a:lnTo>
                  <a:lnTo>
                    <a:pt x="56896" y="269278"/>
                  </a:lnTo>
                  <a:lnTo>
                    <a:pt x="62611" y="274320"/>
                  </a:lnTo>
                  <a:lnTo>
                    <a:pt x="97917" y="293039"/>
                  </a:lnTo>
                  <a:lnTo>
                    <a:pt x="105156" y="295910"/>
                  </a:lnTo>
                  <a:lnTo>
                    <a:pt x="113030" y="298069"/>
                  </a:lnTo>
                  <a:lnTo>
                    <a:pt x="120269" y="299516"/>
                  </a:lnTo>
                  <a:lnTo>
                    <a:pt x="136144" y="302399"/>
                  </a:lnTo>
                  <a:lnTo>
                    <a:pt x="144018" y="303110"/>
                  </a:lnTo>
                  <a:lnTo>
                    <a:pt x="151892" y="303110"/>
                  </a:lnTo>
                  <a:lnTo>
                    <a:pt x="151892" y="303834"/>
                  </a:lnTo>
                  <a:lnTo>
                    <a:pt x="159893" y="303834"/>
                  </a:lnTo>
                  <a:lnTo>
                    <a:pt x="167767" y="303110"/>
                  </a:lnTo>
                  <a:lnTo>
                    <a:pt x="183642" y="300240"/>
                  </a:lnTo>
                  <a:lnTo>
                    <a:pt x="190881" y="298792"/>
                  </a:lnTo>
                  <a:lnTo>
                    <a:pt x="198755" y="295910"/>
                  </a:lnTo>
                  <a:lnTo>
                    <a:pt x="205994" y="293763"/>
                  </a:lnTo>
                  <a:lnTo>
                    <a:pt x="213106" y="290156"/>
                  </a:lnTo>
                  <a:lnTo>
                    <a:pt x="220345" y="287274"/>
                  </a:lnTo>
                  <a:lnTo>
                    <a:pt x="227584" y="282956"/>
                  </a:lnTo>
                  <a:lnTo>
                    <a:pt x="234061" y="279361"/>
                  </a:lnTo>
                  <a:lnTo>
                    <a:pt x="241173" y="274320"/>
                  </a:lnTo>
                  <a:lnTo>
                    <a:pt x="247015" y="269989"/>
                  </a:lnTo>
                  <a:lnTo>
                    <a:pt x="253492" y="264236"/>
                  </a:lnTo>
                  <a:lnTo>
                    <a:pt x="259207" y="259194"/>
                  </a:lnTo>
                  <a:lnTo>
                    <a:pt x="264287" y="253441"/>
                  </a:lnTo>
                  <a:lnTo>
                    <a:pt x="269240" y="246951"/>
                  </a:lnTo>
                  <a:lnTo>
                    <a:pt x="274320" y="241198"/>
                  </a:lnTo>
                  <a:lnTo>
                    <a:pt x="293116" y="205917"/>
                  </a:lnTo>
                  <a:lnTo>
                    <a:pt x="295910" y="198716"/>
                  </a:lnTo>
                  <a:lnTo>
                    <a:pt x="298069" y="190804"/>
                  </a:lnTo>
                  <a:lnTo>
                    <a:pt x="299593" y="183603"/>
                  </a:lnTo>
                  <a:lnTo>
                    <a:pt x="302387" y="167754"/>
                  </a:lnTo>
                  <a:lnTo>
                    <a:pt x="303149" y="159842"/>
                  </a:lnTo>
                  <a:lnTo>
                    <a:pt x="303149" y="151917"/>
                  </a:lnTo>
                  <a:lnTo>
                    <a:pt x="303911" y="151917"/>
                  </a:lnTo>
                  <a:lnTo>
                    <a:pt x="303911" y="143992"/>
                  </a:lnTo>
                  <a:lnTo>
                    <a:pt x="303149" y="136080"/>
                  </a:lnTo>
                  <a:lnTo>
                    <a:pt x="301752" y="128155"/>
                  </a:lnTo>
                  <a:lnTo>
                    <a:pt x="300228" y="120243"/>
                  </a:lnTo>
                  <a:lnTo>
                    <a:pt x="298831" y="112318"/>
                  </a:lnTo>
                  <a:lnTo>
                    <a:pt x="283718" y="76314"/>
                  </a:lnTo>
                  <a:lnTo>
                    <a:pt x="253492" y="38874"/>
                  </a:lnTo>
                  <a:lnTo>
                    <a:pt x="221107" y="16560"/>
                  </a:lnTo>
                  <a:lnTo>
                    <a:pt x="167767" y="723"/>
                  </a:lnTo>
                  <a:lnTo>
                    <a:pt x="159893" y="0"/>
                  </a:lnTo>
                  <a:close/>
                </a:path>
              </a:pathLst>
            </a:custGeom>
            <a:solidFill>
              <a:srgbClr val="959595"/>
            </a:solidFill>
          </p:spPr>
          <p:txBody>
            <a:bodyPr wrap="square" lIns="0" tIns="0" rIns="0" bIns="0" rtlCol="0"/>
            <a:lstStyle/>
            <a:p>
              <a:endParaRPr/>
            </a:p>
          </p:txBody>
        </p:sp>
        <p:sp>
          <p:nvSpPr>
            <p:cNvPr id="5" name="object 5"/>
            <p:cNvSpPr/>
            <p:nvPr/>
          </p:nvSpPr>
          <p:spPr>
            <a:xfrm>
              <a:off x="17320219" y="3466722"/>
              <a:ext cx="304165" cy="304165"/>
            </a:xfrm>
            <a:custGeom>
              <a:avLst/>
              <a:gdLst/>
              <a:ahLst/>
              <a:cxnLst/>
              <a:rect l="l" t="t" r="r" b="b"/>
              <a:pathLst>
                <a:path w="304165" h="304164">
                  <a:moveTo>
                    <a:pt x="0" y="151920"/>
                  </a:moveTo>
                  <a:lnTo>
                    <a:pt x="0" y="143995"/>
                  </a:lnTo>
                  <a:lnTo>
                    <a:pt x="761" y="136083"/>
                  </a:lnTo>
                  <a:lnTo>
                    <a:pt x="2158" y="128158"/>
                  </a:lnTo>
                  <a:lnTo>
                    <a:pt x="3682" y="120233"/>
                  </a:lnTo>
                  <a:lnTo>
                    <a:pt x="5079" y="112321"/>
                  </a:lnTo>
                  <a:lnTo>
                    <a:pt x="7238" y="105120"/>
                  </a:lnTo>
                  <a:lnTo>
                    <a:pt x="10159" y="97195"/>
                  </a:lnTo>
                  <a:lnTo>
                    <a:pt x="12953" y="89993"/>
                  </a:lnTo>
                  <a:lnTo>
                    <a:pt x="16636" y="82792"/>
                  </a:lnTo>
                  <a:lnTo>
                    <a:pt x="20192" y="75604"/>
                  </a:lnTo>
                  <a:lnTo>
                    <a:pt x="44703" y="44641"/>
                  </a:lnTo>
                  <a:lnTo>
                    <a:pt x="50418" y="38875"/>
                  </a:lnTo>
                  <a:lnTo>
                    <a:pt x="82802" y="16561"/>
                  </a:lnTo>
                  <a:lnTo>
                    <a:pt x="120266" y="3606"/>
                  </a:lnTo>
                  <a:lnTo>
                    <a:pt x="128267" y="2159"/>
                  </a:lnTo>
                  <a:lnTo>
                    <a:pt x="136141" y="723"/>
                  </a:lnTo>
                  <a:lnTo>
                    <a:pt x="144015" y="0"/>
                  </a:lnTo>
                  <a:lnTo>
                    <a:pt x="152016" y="0"/>
                  </a:lnTo>
                  <a:lnTo>
                    <a:pt x="159890" y="0"/>
                  </a:lnTo>
                  <a:lnTo>
                    <a:pt x="167764" y="723"/>
                  </a:lnTo>
                  <a:lnTo>
                    <a:pt x="175765" y="2159"/>
                  </a:lnTo>
                  <a:lnTo>
                    <a:pt x="183638" y="3606"/>
                  </a:lnTo>
                  <a:lnTo>
                    <a:pt x="191512" y="5042"/>
                  </a:lnTo>
                  <a:lnTo>
                    <a:pt x="198751" y="7201"/>
                  </a:lnTo>
                  <a:lnTo>
                    <a:pt x="206625" y="10084"/>
                  </a:lnTo>
                  <a:lnTo>
                    <a:pt x="213864" y="12954"/>
                  </a:lnTo>
                  <a:lnTo>
                    <a:pt x="221103" y="16561"/>
                  </a:lnTo>
                  <a:lnTo>
                    <a:pt x="228342" y="20155"/>
                  </a:lnTo>
                  <a:lnTo>
                    <a:pt x="259202" y="44641"/>
                  </a:lnTo>
                  <a:lnTo>
                    <a:pt x="265044" y="50394"/>
                  </a:lnTo>
                  <a:lnTo>
                    <a:pt x="287269" y="82792"/>
                  </a:lnTo>
                  <a:lnTo>
                    <a:pt x="300222" y="120233"/>
                  </a:lnTo>
                  <a:lnTo>
                    <a:pt x="301746" y="128158"/>
                  </a:lnTo>
                  <a:lnTo>
                    <a:pt x="303143" y="136083"/>
                  </a:lnTo>
                  <a:lnTo>
                    <a:pt x="303905" y="143995"/>
                  </a:lnTo>
                  <a:lnTo>
                    <a:pt x="303905" y="151920"/>
                  </a:lnTo>
                  <a:lnTo>
                    <a:pt x="303143" y="151920"/>
                  </a:lnTo>
                  <a:lnTo>
                    <a:pt x="303143" y="159832"/>
                  </a:lnTo>
                  <a:lnTo>
                    <a:pt x="295904" y="198720"/>
                  </a:lnTo>
                  <a:lnTo>
                    <a:pt x="293111" y="205921"/>
                  </a:lnTo>
                  <a:lnTo>
                    <a:pt x="290190" y="213834"/>
                  </a:lnTo>
                  <a:lnTo>
                    <a:pt x="269362" y="246956"/>
                  </a:lnTo>
                  <a:lnTo>
                    <a:pt x="264282" y="253433"/>
                  </a:lnTo>
                  <a:lnTo>
                    <a:pt x="259202" y="259199"/>
                  </a:lnTo>
                  <a:lnTo>
                    <a:pt x="253487" y="264228"/>
                  </a:lnTo>
                  <a:lnTo>
                    <a:pt x="247010" y="269994"/>
                  </a:lnTo>
                  <a:lnTo>
                    <a:pt x="241295" y="274312"/>
                  </a:lnTo>
                  <a:lnTo>
                    <a:pt x="234057" y="279354"/>
                  </a:lnTo>
                  <a:lnTo>
                    <a:pt x="227580" y="282961"/>
                  </a:lnTo>
                  <a:lnTo>
                    <a:pt x="220341" y="287279"/>
                  </a:lnTo>
                  <a:lnTo>
                    <a:pt x="213102" y="290149"/>
                  </a:lnTo>
                  <a:lnTo>
                    <a:pt x="205990" y="293756"/>
                  </a:lnTo>
                  <a:lnTo>
                    <a:pt x="198751" y="295915"/>
                  </a:lnTo>
                  <a:lnTo>
                    <a:pt x="159890" y="303840"/>
                  </a:lnTo>
                  <a:lnTo>
                    <a:pt x="152016" y="303840"/>
                  </a:lnTo>
                  <a:lnTo>
                    <a:pt x="152016" y="303116"/>
                  </a:lnTo>
                  <a:lnTo>
                    <a:pt x="144015" y="303116"/>
                  </a:lnTo>
                  <a:lnTo>
                    <a:pt x="136141" y="302393"/>
                  </a:lnTo>
                  <a:lnTo>
                    <a:pt x="128267" y="300957"/>
                  </a:lnTo>
                  <a:lnTo>
                    <a:pt x="120266" y="299522"/>
                  </a:lnTo>
                  <a:lnTo>
                    <a:pt x="113155" y="298074"/>
                  </a:lnTo>
                  <a:lnTo>
                    <a:pt x="105154" y="295915"/>
                  </a:lnTo>
                  <a:lnTo>
                    <a:pt x="97915" y="293032"/>
                  </a:lnTo>
                  <a:lnTo>
                    <a:pt x="90041" y="290149"/>
                  </a:lnTo>
                  <a:lnTo>
                    <a:pt x="56895" y="269270"/>
                  </a:lnTo>
                  <a:lnTo>
                    <a:pt x="50418" y="264228"/>
                  </a:lnTo>
                  <a:lnTo>
                    <a:pt x="44703" y="259199"/>
                  </a:lnTo>
                  <a:lnTo>
                    <a:pt x="39623" y="253433"/>
                  </a:lnTo>
                  <a:lnTo>
                    <a:pt x="33908" y="246956"/>
                  </a:lnTo>
                  <a:lnTo>
                    <a:pt x="29590" y="241190"/>
                  </a:lnTo>
                  <a:lnTo>
                    <a:pt x="24510" y="234002"/>
                  </a:lnTo>
                  <a:lnTo>
                    <a:pt x="20954" y="227525"/>
                  </a:lnTo>
                  <a:lnTo>
                    <a:pt x="16636" y="220311"/>
                  </a:lnTo>
                  <a:lnTo>
                    <a:pt x="13715" y="213122"/>
                  </a:lnTo>
                  <a:lnTo>
                    <a:pt x="10159" y="205921"/>
                  </a:lnTo>
                  <a:lnTo>
                    <a:pt x="8000" y="198720"/>
                  </a:lnTo>
                  <a:lnTo>
                    <a:pt x="0" y="159832"/>
                  </a:lnTo>
                  <a:lnTo>
                    <a:pt x="0" y="151920"/>
                  </a:lnTo>
                  <a:close/>
                </a:path>
              </a:pathLst>
            </a:custGeom>
            <a:ln w="18719">
              <a:solidFill>
                <a:srgbClr val="959595"/>
              </a:solidFill>
            </a:ln>
          </p:spPr>
          <p:txBody>
            <a:bodyPr wrap="square" lIns="0" tIns="0" rIns="0" bIns="0" rtlCol="0"/>
            <a:lstStyle/>
            <a:p>
              <a:endParaRPr/>
            </a:p>
          </p:txBody>
        </p:sp>
      </p:grpSp>
      <p:grpSp>
        <p:nvGrpSpPr>
          <p:cNvPr id="6" name="object 6"/>
          <p:cNvGrpSpPr/>
          <p:nvPr/>
        </p:nvGrpSpPr>
        <p:grpSpPr>
          <a:xfrm>
            <a:off x="-19078" y="8342270"/>
            <a:ext cx="1062355" cy="1963420"/>
            <a:chOff x="-19078" y="8342270"/>
            <a:chExt cx="1062355" cy="1963420"/>
          </a:xfrm>
        </p:grpSpPr>
        <p:sp>
          <p:nvSpPr>
            <p:cNvPr id="7" name="object 7"/>
            <p:cNvSpPr/>
            <p:nvPr/>
          </p:nvSpPr>
          <p:spPr>
            <a:xfrm>
              <a:off x="-14" y="9286510"/>
              <a:ext cx="998219" cy="1000125"/>
            </a:xfrm>
            <a:custGeom>
              <a:avLst/>
              <a:gdLst/>
              <a:ahLst/>
              <a:cxnLst/>
              <a:rect l="l" t="t" r="r" b="b"/>
              <a:pathLst>
                <a:path w="998219" h="1000125">
                  <a:moveTo>
                    <a:pt x="500360" y="0"/>
                  </a:moveTo>
                  <a:lnTo>
                    <a:pt x="497803" y="44261"/>
                  </a:lnTo>
                  <a:lnTo>
                    <a:pt x="490340" y="88163"/>
                  </a:lnTo>
                  <a:lnTo>
                    <a:pt x="478279" y="131405"/>
                  </a:lnTo>
                  <a:lnTo>
                    <a:pt x="461930" y="173688"/>
                  </a:lnTo>
                  <a:lnTo>
                    <a:pt x="441602" y="214712"/>
                  </a:lnTo>
                  <a:lnTo>
                    <a:pt x="417606" y="254178"/>
                  </a:lnTo>
                  <a:lnTo>
                    <a:pt x="390250" y="291784"/>
                  </a:lnTo>
                  <a:lnTo>
                    <a:pt x="359844" y="327232"/>
                  </a:lnTo>
                  <a:lnTo>
                    <a:pt x="326697" y="360221"/>
                  </a:lnTo>
                  <a:lnTo>
                    <a:pt x="291119" y="390453"/>
                  </a:lnTo>
                  <a:lnTo>
                    <a:pt x="253420" y="417626"/>
                  </a:lnTo>
                  <a:lnTo>
                    <a:pt x="213908" y="441441"/>
                  </a:lnTo>
                  <a:lnTo>
                    <a:pt x="172894" y="461599"/>
                  </a:lnTo>
                  <a:lnTo>
                    <a:pt x="130686" y="477799"/>
                  </a:lnTo>
                  <a:lnTo>
                    <a:pt x="87595" y="489742"/>
                  </a:lnTo>
                  <a:lnTo>
                    <a:pt x="43930" y="497127"/>
                  </a:lnTo>
                  <a:lnTo>
                    <a:pt x="0" y="499656"/>
                  </a:lnTo>
                  <a:lnTo>
                    <a:pt x="43930" y="502184"/>
                  </a:lnTo>
                  <a:lnTo>
                    <a:pt x="87595" y="509571"/>
                  </a:lnTo>
                  <a:lnTo>
                    <a:pt x="130686" y="521516"/>
                  </a:lnTo>
                  <a:lnTo>
                    <a:pt x="172894" y="537722"/>
                  </a:lnTo>
                  <a:lnTo>
                    <a:pt x="213908" y="557888"/>
                  </a:lnTo>
                  <a:lnTo>
                    <a:pt x="253420" y="581717"/>
                  </a:lnTo>
                  <a:lnTo>
                    <a:pt x="291119" y="608909"/>
                  </a:lnTo>
                  <a:lnTo>
                    <a:pt x="326697" y="639165"/>
                  </a:lnTo>
                  <a:lnTo>
                    <a:pt x="359844" y="672186"/>
                  </a:lnTo>
                  <a:lnTo>
                    <a:pt x="390250" y="707674"/>
                  </a:lnTo>
                  <a:lnTo>
                    <a:pt x="417606" y="745328"/>
                  </a:lnTo>
                  <a:lnTo>
                    <a:pt x="441602" y="784852"/>
                  </a:lnTo>
                  <a:lnTo>
                    <a:pt x="461930" y="825944"/>
                  </a:lnTo>
                  <a:lnTo>
                    <a:pt x="478279" y="868308"/>
                  </a:lnTo>
                  <a:lnTo>
                    <a:pt x="490340" y="911642"/>
                  </a:lnTo>
                  <a:lnTo>
                    <a:pt x="497803" y="955650"/>
                  </a:lnTo>
                  <a:lnTo>
                    <a:pt x="500360" y="1000031"/>
                  </a:lnTo>
                  <a:lnTo>
                    <a:pt x="502895" y="955650"/>
                  </a:lnTo>
                  <a:lnTo>
                    <a:pt x="510296" y="911642"/>
                  </a:lnTo>
                  <a:lnTo>
                    <a:pt x="522259" y="868308"/>
                  </a:lnTo>
                  <a:lnTo>
                    <a:pt x="538479" y="825944"/>
                  </a:lnTo>
                  <a:lnTo>
                    <a:pt x="558649" y="784852"/>
                  </a:lnTo>
                  <a:lnTo>
                    <a:pt x="582466" y="745328"/>
                  </a:lnTo>
                  <a:lnTo>
                    <a:pt x="609623" y="707674"/>
                  </a:lnTo>
                  <a:lnTo>
                    <a:pt x="639817" y="672186"/>
                  </a:lnTo>
                  <a:lnTo>
                    <a:pt x="672742" y="639165"/>
                  </a:lnTo>
                  <a:lnTo>
                    <a:pt x="708092" y="608909"/>
                  </a:lnTo>
                  <a:lnTo>
                    <a:pt x="745563" y="581717"/>
                  </a:lnTo>
                  <a:lnTo>
                    <a:pt x="784850" y="557888"/>
                  </a:lnTo>
                  <a:lnTo>
                    <a:pt x="825648" y="537722"/>
                  </a:lnTo>
                  <a:lnTo>
                    <a:pt x="867651" y="521516"/>
                  </a:lnTo>
                  <a:lnTo>
                    <a:pt x="910554" y="509571"/>
                  </a:lnTo>
                  <a:lnTo>
                    <a:pt x="954053" y="502184"/>
                  </a:lnTo>
                  <a:lnTo>
                    <a:pt x="997842" y="499656"/>
                  </a:lnTo>
                  <a:lnTo>
                    <a:pt x="954053" y="497127"/>
                  </a:lnTo>
                  <a:lnTo>
                    <a:pt x="910554" y="489742"/>
                  </a:lnTo>
                  <a:lnTo>
                    <a:pt x="867651" y="477799"/>
                  </a:lnTo>
                  <a:lnTo>
                    <a:pt x="825648" y="461599"/>
                  </a:lnTo>
                  <a:lnTo>
                    <a:pt x="784850" y="441441"/>
                  </a:lnTo>
                  <a:lnTo>
                    <a:pt x="745563" y="417626"/>
                  </a:lnTo>
                  <a:lnTo>
                    <a:pt x="708092" y="390453"/>
                  </a:lnTo>
                  <a:lnTo>
                    <a:pt x="672742" y="360221"/>
                  </a:lnTo>
                  <a:lnTo>
                    <a:pt x="639817" y="327232"/>
                  </a:lnTo>
                  <a:lnTo>
                    <a:pt x="609623" y="291784"/>
                  </a:lnTo>
                  <a:lnTo>
                    <a:pt x="582466" y="254178"/>
                  </a:lnTo>
                  <a:lnTo>
                    <a:pt x="558649" y="214712"/>
                  </a:lnTo>
                  <a:lnTo>
                    <a:pt x="538479" y="173688"/>
                  </a:lnTo>
                  <a:lnTo>
                    <a:pt x="522259" y="131405"/>
                  </a:lnTo>
                  <a:lnTo>
                    <a:pt x="510296" y="88163"/>
                  </a:lnTo>
                  <a:lnTo>
                    <a:pt x="502895" y="44261"/>
                  </a:lnTo>
                  <a:lnTo>
                    <a:pt x="500360" y="0"/>
                  </a:lnTo>
                  <a:close/>
                </a:path>
              </a:pathLst>
            </a:custGeom>
            <a:solidFill>
              <a:srgbClr val="36D636"/>
            </a:solidFill>
          </p:spPr>
          <p:txBody>
            <a:bodyPr wrap="square" lIns="0" tIns="0" rIns="0" bIns="0" rtlCol="0"/>
            <a:lstStyle/>
            <a:p>
              <a:endParaRPr/>
            </a:p>
          </p:txBody>
        </p:sp>
        <p:sp>
          <p:nvSpPr>
            <p:cNvPr id="8" name="object 8"/>
            <p:cNvSpPr/>
            <p:nvPr/>
          </p:nvSpPr>
          <p:spPr>
            <a:xfrm>
              <a:off x="-14" y="9286505"/>
              <a:ext cx="998219" cy="1000125"/>
            </a:xfrm>
            <a:custGeom>
              <a:avLst/>
              <a:gdLst/>
              <a:ahLst/>
              <a:cxnLst/>
              <a:rect l="l" t="t" r="r" b="b"/>
              <a:pathLst>
                <a:path w="998219" h="1000125">
                  <a:moveTo>
                    <a:pt x="500360" y="0"/>
                  </a:moveTo>
                  <a:lnTo>
                    <a:pt x="502895" y="44261"/>
                  </a:lnTo>
                  <a:lnTo>
                    <a:pt x="510297" y="88163"/>
                  </a:lnTo>
                  <a:lnTo>
                    <a:pt x="522259" y="131406"/>
                  </a:lnTo>
                  <a:lnTo>
                    <a:pt x="538479" y="173689"/>
                  </a:lnTo>
                  <a:lnTo>
                    <a:pt x="558649" y="214713"/>
                  </a:lnTo>
                  <a:lnTo>
                    <a:pt x="582466" y="254179"/>
                  </a:lnTo>
                  <a:lnTo>
                    <a:pt x="609623" y="291785"/>
                  </a:lnTo>
                  <a:lnTo>
                    <a:pt x="639817" y="327233"/>
                  </a:lnTo>
                  <a:lnTo>
                    <a:pt x="672742" y="360223"/>
                  </a:lnTo>
                  <a:lnTo>
                    <a:pt x="708092" y="390455"/>
                  </a:lnTo>
                  <a:lnTo>
                    <a:pt x="745563" y="417628"/>
                  </a:lnTo>
                  <a:lnTo>
                    <a:pt x="784850" y="441443"/>
                  </a:lnTo>
                  <a:lnTo>
                    <a:pt x="825648" y="461601"/>
                  </a:lnTo>
                  <a:lnTo>
                    <a:pt x="867651" y="477801"/>
                  </a:lnTo>
                  <a:lnTo>
                    <a:pt x="910554" y="489744"/>
                  </a:lnTo>
                  <a:lnTo>
                    <a:pt x="954053" y="497129"/>
                  </a:lnTo>
                  <a:lnTo>
                    <a:pt x="997842" y="499658"/>
                  </a:lnTo>
                  <a:lnTo>
                    <a:pt x="954053" y="502187"/>
                  </a:lnTo>
                  <a:lnTo>
                    <a:pt x="910554" y="509573"/>
                  </a:lnTo>
                  <a:lnTo>
                    <a:pt x="867651" y="521519"/>
                  </a:lnTo>
                  <a:lnTo>
                    <a:pt x="825648" y="537724"/>
                  </a:lnTo>
                  <a:lnTo>
                    <a:pt x="784850" y="557891"/>
                  </a:lnTo>
                  <a:lnTo>
                    <a:pt x="745563" y="581720"/>
                  </a:lnTo>
                  <a:lnTo>
                    <a:pt x="708092" y="608912"/>
                  </a:lnTo>
                  <a:lnTo>
                    <a:pt x="672742" y="639168"/>
                  </a:lnTo>
                  <a:lnTo>
                    <a:pt x="639817" y="672189"/>
                  </a:lnTo>
                  <a:lnTo>
                    <a:pt x="609623" y="707677"/>
                  </a:lnTo>
                  <a:lnTo>
                    <a:pt x="582466" y="745332"/>
                  </a:lnTo>
                  <a:lnTo>
                    <a:pt x="558649" y="784855"/>
                  </a:lnTo>
                  <a:lnTo>
                    <a:pt x="538479" y="825948"/>
                  </a:lnTo>
                  <a:lnTo>
                    <a:pt x="522259" y="868312"/>
                  </a:lnTo>
                  <a:lnTo>
                    <a:pt x="510297" y="911647"/>
                  </a:lnTo>
                  <a:lnTo>
                    <a:pt x="502895" y="955654"/>
                  </a:lnTo>
                  <a:lnTo>
                    <a:pt x="500360" y="1000036"/>
                  </a:lnTo>
                  <a:lnTo>
                    <a:pt x="497804" y="955654"/>
                  </a:lnTo>
                  <a:lnTo>
                    <a:pt x="490340" y="911647"/>
                  </a:lnTo>
                  <a:lnTo>
                    <a:pt x="478279" y="868312"/>
                  </a:lnTo>
                  <a:lnTo>
                    <a:pt x="461930" y="825948"/>
                  </a:lnTo>
                  <a:lnTo>
                    <a:pt x="441603" y="784855"/>
                  </a:lnTo>
                  <a:lnTo>
                    <a:pt x="417606" y="745332"/>
                  </a:lnTo>
                  <a:lnTo>
                    <a:pt x="390250" y="707677"/>
                  </a:lnTo>
                  <a:lnTo>
                    <a:pt x="359844" y="672189"/>
                  </a:lnTo>
                  <a:lnTo>
                    <a:pt x="326697" y="639168"/>
                  </a:lnTo>
                  <a:lnTo>
                    <a:pt x="291119" y="608912"/>
                  </a:lnTo>
                  <a:lnTo>
                    <a:pt x="253420" y="581720"/>
                  </a:lnTo>
                  <a:lnTo>
                    <a:pt x="213908" y="557891"/>
                  </a:lnTo>
                  <a:lnTo>
                    <a:pt x="172894" y="537724"/>
                  </a:lnTo>
                  <a:lnTo>
                    <a:pt x="130687" y="521519"/>
                  </a:lnTo>
                  <a:lnTo>
                    <a:pt x="87595" y="509573"/>
                  </a:lnTo>
                  <a:lnTo>
                    <a:pt x="43930" y="502187"/>
                  </a:lnTo>
                  <a:lnTo>
                    <a:pt x="0" y="499658"/>
                  </a:lnTo>
                  <a:lnTo>
                    <a:pt x="43930" y="497129"/>
                  </a:lnTo>
                  <a:lnTo>
                    <a:pt x="87595" y="489744"/>
                  </a:lnTo>
                  <a:lnTo>
                    <a:pt x="130687" y="477801"/>
                  </a:lnTo>
                  <a:lnTo>
                    <a:pt x="172894" y="461601"/>
                  </a:lnTo>
                  <a:lnTo>
                    <a:pt x="213908" y="441443"/>
                  </a:lnTo>
                  <a:lnTo>
                    <a:pt x="253420" y="417628"/>
                  </a:lnTo>
                  <a:lnTo>
                    <a:pt x="291119" y="390455"/>
                  </a:lnTo>
                  <a:lnTo>
                    <a:pt x="326697" y="360223"/>
                  </a:lnTo>
                  <a:lnTo>
                    <a:pt x="359844" y="327233"/>
                  </a:lnTo>
                  <a:lnTo>
                    <a:pt x="390250" y="291785"/>
                  </a:lnTo>
                  <a:lnTo>
                    <a:pt x="417606" y="254179"/>
                  </a:lnTo>
                  <a:lnTo>
                    <a:pt x="441603" y="214713"/>
                  </a:lnTo>
                  <a:lnTo>
                    <a:pt x="461930" y="173689"/>
                  </a:lnTo>
                  <a:lnTo>
                    <a:pt x="478279" y="131406"/>
                  </a:lnTo>
                  <a:lnTo>
                    <a:pt x="490340" y="88163"/>
                  </a:lnTo>
                  <a:lnTo>
                    <a:pt x="497804" y="44261"/>
                  </a:lnTo>
                  <a:lnTo>
                    <a:pt x="500360" y="0"/>
                  </a:lnTo>
                  <a:close/>
                </a:path>
              </a:pathLst>
            </a:custGeom>
            <a:ln w="18718">
              <a:solidFill>
                <a:srgbClr val="36D636"/>
              </a:solidFill>
            </a:ln>
          </p:spPr>
          <p:txBody>
            <a:bodyPr wrap="square" lIns="0" tIns="0" rIns="0" bIns="0" rtlCol="0"/>
            <a:lstStyle/>
            <a:p>
              <a:endParaRPr/>
            </a:p>
          </p:txBody>
        </p:sp>
        <p:sp>
          <p:nvSpPr>
            <p:cNvPr id="9" name="object 9"/>
            <p:cNvSpPr/>
            <p:nvPr/>
          </p:nvSpPr>
          <p:spPr>
            <a:xfrm>
              <a:off x="-14" y="8360638"/>
              <a:ext cx="998219" cy="1000125"/>
            </a:xfrm>
            <a:custGeom>
              <a:avLst/>
              <a:gdLst/>
              <a:ahLst/>
              <a:cxnLst/>
              <a:rect l="l" t="t" r="r" b="b"/>
              <a:pathLst>
                <a:path w="998219" h="1000125">
                  <a:moveTo>
                    <a:pt x="500360" y="0"/>
                  </a:moveTo>
                  <a:lnTo>
                    <a:pt x="497803" y="44261"/>
                  </a:lnTo>
                  <a:lnTo>
                    <a:pt x="490340" y="88163"/>
                  </a:lnTo>
                  <a:lnTo>
                    <a:pt x="478279" y="131406"/>
                  </a:lnTo>
                  <a:lnTo>
                    <a:pt x="461930" y="173689"/>
                  </a:lnTo>
                  <a:lnTo>
                    <a:pt x="441602" y="214713"/>
                  </a:lnTo>
                  <a:lnTo>
                    <a:pt x="417606" y="254179"/>
                  </a:lnTo>
                  <a:lnTo>
                    <a:pt x="390250" y="291785"/>
                  </a:lnTo>
                  <a:lnTo>
                    <a:pt x="359844" y="327233"/>
                  </a:lnTo>
                  <a:lnTo>
                    <a:pt x="326697" y="360222"/>
                  </a:lnTo>
                  <a:lnTo>
                    <a:pt x="291119" y="390453"/>
                  </a:lnTo>
                  <a:lnTo>
                    <a:pt x="253420" y="417627"/>
                  </a:lnTo>
                  <a:lnTo>
                    <a:pt x="213908" y="441442"/>
                  </a:lnTo>
                  <a:lnTo>
                    <a:pt x="172894" y="461599"/>
                  </a:lnTo>
                  <a:lnTo>
                    <a:pt x="130686" y="477799"/>
                  </a:lnTo>
                  <a:lnTo>
                    <a:pt x="87595" y="489742"/>
                  </a:lnTo>
                  <a:lnTo>
                    <a:pt x="43930" y="497127"/>
                  </a:lnTo>
                  <a:lnTo>
                    <a:pt x="0" y="499656"/>
                  </a:lnTo>
                  <a:lnTo>
                    <a:pt x="43930" y="502184"/>
                  </a:lnTo>
                  <a:lnTo>
                    <a:pt x="87595" y="509571"/>
                  </a:lnTo>
                  <a:lnTo>
                    <a:pt x="130686" y="521516"/>
                  </a:lnTo>
                  <a:lnTo>
                    <a:pt x="172894" y="537721"/>
                  </a:lnTo>
                  <a:lnTo>
                    <a:pt x="213908" y="557888"/>
                  </a:lnTo>
                  <a:lnTo>
                    <a:pt x="253420" y="581716"/>
                  </a:lnTo>
                  <a:lnTo>
                    <a:pt x="291119" y="608908"/>
                  </a:lnTo>
                  <a:lnTo>
                    <a:pt x="326697" y="639164"/>
                  </a:lnTo>
                  <a:lnTo>
                    <a:pt x="359844" y="672185"/>
                  </a:lnTo>
                  <a:lnTo>
                    <a:pt x="390250" y="707672"/>
                  </a:lnTo>
                  <a:lnTo>
                    <a:pt x="417606" y="745327"/>
                  </a:lnTo>
                  <a:lnTo>
                    <a:pt x="441602" y="784850"/>
                  </a:lnTo>
                  <a:lnTo>
                    <a:pt x="461930" y="825942"/>
                  </a:lnTo>
                  <a:lnTo>
                    <a:pt x="478279" y="868305"/>
                  </a:lnTo>
                  <a:lnTo>
                    <a:pt x="490340" y="911640"/>
                  </a:lnTo>
                  <a:lnTo>
                    <a:pt x="497803" y="955647"/>
                  </a:lnTo>
                  <a:lnTo>
                    <a:pt x="500360" y="1000028"/>
                  </a:lnTo>
                  <a:lnTo>
                    <a:pt x="502895" y="955647"/>
                  </a:lnTo>
                  <a:lnTo>
                    <a:pt x="510296" y="911640"/>
                  </a:lnTo>
                  <a:lnTo>
                    <a:pt x="522259" y="868305"/>
                  </a:lnTo>
                  <a:lnTo>
                    <a:pt x="538479" y="825942"/>
                  </a:lnTo>
                  <a:lnTo>
                    <a:pt x="558649" y="784850"/>
                  </a:lnTo>
                  <a:lnTo>
                    <a:pt x="582466" y="745327"/>
                  </a:lnTo>
                  <a:lnTo>
                    <a:pt x="609623" y="707672"/>
                  </a:lnTo>
                  <a:lnTo>
                    <a:pt x="639817" y="672185"/>
                  </a:lnTo>
                  <a:lnTo>
                    <a:pt x="672742" y="639164"/>
                  </a:lnTo>
                  <a:lnTo>
                    <a:pt x="708092" y="608908"/>
                  </a:lnTo>
                  <a:lnTo>
                    <a:pt x="745563" y="581716"/>
                  </a:lnTo>
                  <a:lnTo>
                    <a:pt x="784850" y="557888"/>
                  </a:lnTo>
                  <a:lnTo>
                    <a:pt x="825648" y="537721"/>
                  </a:lnTo>
                  <a:lnTo>
                    <a:pt x="867651" y="521516"/>
                  </a:lnTo>
                  <a:lnTo>
                    <a:pt x="910554" y="509571"/>
                  </a:lnTo>
                  <a:lnTo>
                    <a:pt x="954053" y="502184"/>
                  </a:lnTo>
                  <a:lnTo>
                    <a:pt x="997842" y="499656"/>
                  </a:lnTo>
                  <a:lnTo>
                    <a:pt x="954053" y="497127"/>
                  </a:lnTo>
                  <a:lnTo>
                    <a:pt x="910554" y="489742"/>
                  </a:lnTo>
                  <a:lnTo>
                    <a:pt x="867651" y="477799"/>
                  </a:lnTo>
                  <a:lnTo>
                    <a:pt x="825648" y="461599"/>
                  </a:lnTo>
                  <a:lnTo>
                    <a:pt x="784850" y="441442"/>
                  </a:lnTo>
                  <a:lnTo>
                    <a:pt x="745563" y="417627"/>
                  </a:lnTo>
                  <a:lnTo>
                    <a:pt x="708092" y="390453"/>
                  </a:lnTo>
                  <a:lnTo>
                    <a:pt x="672742" y="360222"/>
                  </a:lnTo>
                  <a:lnTo>
                    <a:pt x="639817" y="327233"/>
                  </a:lnTo>
                  <a:lnTo>
                    <a:pt x="609623" y="291785"/>
                  </a:lnTo>
                  <a:lnTo>
                    <a:pt x="582466" y="254179"/>
                  </a:lnTo>
                  <a:lnTo>
                    <a:pt x="558649" y="214713"/>
                  </a:lnTo>
                  <a:lnTo>
                    <a:pt x="538479" y="173689"/>
                  </a:lnTo>
                  <a:lnTo>
                    <a:pt x="522259" y="131406"/>
                  </a:lnTo>
                  <a:lnTo>
                    <a:pt x="510296" y="88163"/>
                  </a:lnTo>
                  <a:lnTo>
                    <a:pt x="502895" y="44261"/>
                  </a:lnTo>
                  <a:lnTo>
                    <a:pt x="500360" y="0"/>
                  </a:lnTo>
                  <a:close/>
                </a:path>
              </a:pathLst>
            </a:custGeom>
            <a:solidFill>
              <a:srgbClr val="36D636"/>
            </a:solidFill>
          </p:spPr>
          <p:txBody>
            <a:bodyPr wrap="square" lIns="0" tIns="0" rIns="0" bIns="0" rtlCol="0"/>
            <a:lstStyle/>
            <a:p>
              <a:endParaRPr/>
            </a:p>
          </p:txBody>
        </p:sp>
        <p:sp>
          <p:nvSpPr>
            <p:cNvPr id="10" name="object 10"/>
            <p:cNvSpPr/>
            <p:nvPr/>
          </p:nvSpPr>
          <p:spPr>
            <a:xfrm>
              <a:off x="-14" y="8360638"/>
              <a:ext cx="998219" cy="1000125"/>
            </a:xfrm>
            <a:custGeom>
              <a:avLst/>
              <a:gdLst/>
              <a:ahLst/>
              <a:cxnLst/>
              <a:rect l="l" t="t" r="r" b="b"/>
              <a:pathLst>
                <a:path w="998219" h="1000125">
                  <a:moveTo>
                    <a:pt x="500360" y="0"/>
                  </a:moveTo>
                  <a:lnTo>
                    <a:pt x="502895" y="44260"/>
                  </a:lnTo>
                  <a:lnTo>
                    <a:pt x="510297" y="88161"/>
                  </a:lnTo>
                  <a:lnTo>
                    <a:pt x="522259" y="131402"/>
                  </a:lnTo>
                  <a:lnTo>
                    <a:pt x="538479" y="173684"/>
                  </a:lnTo>
                  <a:lnTo>
                    <a:pt x="558649" y="214707"/>
                  </a:lnTo>
                  <a:lnTo>
                    <a:pt x="582466" y="254171"/>
                  </a:lnTo>
                  <a:lnTo>
                    <a:pt x="609623" y="291776"/>
                  </a:lnTo>
                  <a:lnTo>
                    <a:pt x="639817" y="327223"/>
                  </a:lnTo>
                  <a:lnTo>
                    <a:pt x="672742" y="360211"/>
                  </a:lnTo>
                  <a:lnTo>
                    <a:pt x="708092" y="390441"/>
                  </a:lnTo>
                  <a:lnTo>
                    <a:pt x="745563" y="417614"/>
                  </a:lnTo>
                  <a:lnTo>
                    <a:pt x="784850" y="441428"/>
                  </a:lnTo>
                  <a:lnTo>
                    <a:pt x="825648" y="461585"/>
                  </a:lnTo>
                  <a:lnTo>
                    <a:pt x="867651" y="477784"/>
                  </a:lnTo>
                  <a:lnTo>
                    <a:pt x="910554" y="489727"/>
                  </a:lnTo>
                  <a:lnTo>
                    <a:pt x="954053" y="497112"/>
                  </a:lnTo>
                  <a:lnTo>
                    <a:pt x="997842" y="499640"/>
                  </a:lnTo>
                  <a:lnTo>
                    <a:pt x="954053" y="502169"/>
                  </a:lnTo>
                  <a:lnTo>
                    <a:pt x="910554" y="509556"/>
                  </a:lnTo>
                  <a:lnTo>
                    <a:pt x="867651" y="521501"/>
                  </a:lnTo>
                  <a:lnTo>
                    <a:pt x="825648" y="537707"/>
                  </a:lnTo>
                  <a:lnTo>
                    <a:pt x="784850" y="557874"/>
                  </a:lnTo>
                  <a:lnTo>
                    <a:pt x="745563" y="581704"/>
                  </a:lnTo>
                  <a:lnTo>
                    <a:pt x="708092" y="608896"/>
                  </a:lnTo>
                  <a:lnTo>
                    <a:pt x="672742" y="639153"/>
                  </a:lnTo>
                  <a:lnTo>
                    <a:pt x="639817" y="672175"/>
                  </a:lnTo>
                  <a:lnTo>
                    <a:pt x="609623" y="707663"/>
                  </a:lnTo>
                  <a:lnTo>
                    <a:pt x="582466" y="745319"/>
                  </a:lnTo>
                  <a:lnTo>
                    <a:pt x="558649" y="784843"/>
                  </a:lnTo>
                  <a:lnTo>
                    <a:pt x="538479" y="825936"/>
                  </a:lnTo>
                  <a:lnTo>
                    <a:pt x="522259" y="868300"/>
                  </a:lnTo>
                  <a:lnTo>
                    <a:pt x="510297" y="911635"/>
                  </a:lnTo>
                  <a:lnTo>
                    <a:pt x="502895" y="955643"/>
                  </a:lnTo>
                  <a:lnTo>
                    <a:pt x="500360" y="1000024"/>
                  </a:lnTo>
                  <a:lnTo>
                    <a:pt x="497804" y="955643"/>
                  </a:lnTo>
                  <a:lnTo>
                    <a:pt x="490340" y="911635"/>
                  </a:lnTo>
                  <a:lnTo>
                    <a:pt x="478279" y="868300"/>
                  </a:lnTo>
                  <a:lnTo>
                    <a:pt x="461930" y="825936"/>
                  </a:lnTo>
                  <a:lnTo>
                    <a:pt x="441603" y="784843"/>
                  </a:lnTo>
                  <a:lnTo>
                    <a:pt x="417606" y="745319"/>
                  </a:lnTo>
                  <a:lnTo>
                    <a:pt x="390250" y="707663"/>
                  </a:lnTo>
                  <a:lnTo>
                    <a:pt x="359844" y="672175"/>
                  </a:lnTo>
                  <a:lnTo>
                    <a:pt x="326697" y="639153"/>
                  </a:lnTo>
                  <a:lnTo>
                    <a:pt x="291119" y="608896"/>
                  </a:lnTo>
                  <a:lnTo>
                    <a:pt x="253420" y="581704"/>
                  </a:lnTo>
                  <a:lnTo>
                    <a:pt x="213908" y="557874"/>
                  </a:lnTo>
                  <a:lnTo>
                    <a:pt x="172894" y="537707"/>
                  </a:lnTo>
                  <a:lnTo>
                    <a:pt x="130687" y="521501"/>
                  </a:lnTo>
                  <a:lnTo>
                    <a:pt x="87595" y="509556"/>
                  </a:lnTo>
                  <a:lnTo>
                    <a:pt x="43930" y="502169"/>
                  </a:lnTo>
                  <a:lnTo>
                    <a:pt x="0" y="499640"/>
                  </a:lnTo>
                  <a:lnTo>
                    <a:pt x="43930" y="497112"/>
                  </a:lnTo>
                  <a:lnTo>
                    <a:pt x="87595" y="489727"/>
                  </a:lnTo>
                  <a:lnTo>
                    <a:pt x="130687" y="477784"/>
                  </a:lnTo>
                  <a:lnTo>
                    <a:pt x="172894" y="461585"/>
                  </a:lnTo>
                  <a:lnTo>
                    <a:pt x="213908" y="441428"/>
                  </a:lnTo>
                  <a:lnTo>
                    <a:pt x="253420" y="417614"/>
                  </a:lnTo>
                  <a:lnTo>
                    <a:pt x="291119" y="390441"/>
                  </a:lnTo>
                  <a:lnTo>
                    <a:pt x="326697" y="360211"/>
                  </a:lnTo>
                  <a:lnTo>
                    <a:pt x="359844" y="327223"/>
                  </a:lnTo>
                  <a:lnTo>
                    <a:pt x="390250" y="291776"/>
                  </a:lnTo>
                  <a:lnTo>
                    <a:pt x="417606" y="254171"/>
                  </a:lnTo>
                  <a:lnTo>
                    <a:pt x="441603" y="214707"/>
                  </a:lnTo>
                  <a:lnTo>
                    <a:pt x="461930" y="173684"/>
                  </a:lnTo>
                  <a:lnTo>
                    <a:pt x="478279" y="131402"/>
                  </a:lnTo>
                  <a:lnTo>
                    <a:pt x="490340" y="88161"/>
                  </a:lnTo>
                  <a:lnTo>
                    <a:pt x="497804" y="44260"/>
                  </a:lnTo>
                  <a:lnTo>
                    <a:pt x="500360" y="0"/>
                  </a:lnTo>
                  <a:close/>
                </a:path>
              </a:pathLst>
            </a:custGeom>
            <a:ln w="18718">
              <a:solidFill>
                <a:srgbClr val="36D636"/>
              </a:solidFill>
            </a:ln>
          </p:spPr>
          <p:txBody>
            <a:bodyPr wrap="square" lIns="0" tIns="0" rIns="0" bIns="0" rtlCol="0"/>
            <a:lstStyle/>
            <a:p>
              <a:endParaRPr/>
            </a:p>
          </p:txBody>
        </p:sp>
        <p:sp>
          <p:nvSpPr>
            <p:cNvPr id="11" name="object 11"/>
            <p:cNvSpPr/>
            <p:nvPr/>
          </p:nvSpPr>
          <p:spPr>
            <a:xfrm>
              <a:off x="0" y="8361349"/>
              <a:ext cx="1024255" cy="1925320"/>
            </a:xfrm>
            <a:custGeom>
              <a:avLst/>
              <a:gdLst/>
              <a:ahLst/>
              <a:cxnLst/>
              <a:rect l="l" t="t" r="r" b="b"/>
              <a:pathLst>
                <a:path w="1024255" h="1925320">
                  <a:moveTo>
                    <a:pt x="0" y="0"/>
                  </a:moveTo>
                  <a:lnTo>
                    <a:pt x="1023744" y="0"/>
                  </a:lnTo>
                  <a:lnTo>
                    <a:pt x="1023744" y="1925192"/>
                  </a:lnTo>
                  <a:lnTo>
                    <a:pt x="0" y="1925192"/>
                  </a:lnTo>
                </a:path>
              </a:pathLst>
            </a:custGeom>
            <a:ln w="38157">
              <a:solidFill>
                <a:srgbClr val="959595"/>
              </a:solidFill>
            </a:ln>
          </p:spPr>
          <p:txBody>
            <a:bodyPr wrap="square" lIns="0" tIns="0" rIns="0" bIns="0" rtlCol="0"/>
            <a:lstStyle/>
            <a:p>
              <a:endParaRPr/>
            </a:p>
          </p:txBody>
        </p:sp>
      </p:grpSp>
      <p:grpSp>
        <p:nvGrpSpPr>
          <p:cNvPr id="12" name="object 12"/>
          <p:cNvGrpSpPr/>
          <p:nvPr/>
        </p:nvGrpSpPr>
        <p:grpSpPr>
          <a:xfrm>
            <a:off x="270002" y="7424637"/>
            <a:ext cx="459740" cy="459740"/>
            <a:chOff x="270002" y="7424637"/>
            <a:chExt cx="459740" cy="459740"/>
          </a:xfrm>
        </p:grpSpPr>
        <p:sp>
          <p:nvSpPr>
            <p:cNvPr id="13" name="object 13"/>
            <p:cNvSpPr/>
            <p:nvPr/>
          </p:nvSpPr>
          <p:spPr>
            <a:xfrm>
              <a:off x="279360" y="7433995"/>
              <a:ext cx="440690" cy="440690"/>
            </a:xfrm>
            <a:custGeom>
              <a:avLst/>
              <a:gdLst/>
              <a:ahLst/>
              <a:cxnLst/>
              <a:rect l="l" t="t" r="r" b="b"/>
              <a:pathLst>
                <a:path w="440690" h="440690">
                  <a:moveTo>
                    <a:pt x="220280" y="0"/>
                  </a:moveTo>
                  <a:lnTo>
                    <a:pt x="208761" y="0"/>
                  </a:lnTo>
                  <a:lnTo>
                    <a:pt x="185727" y="2882"/>
                  </a:lnTo>
                  <a:lnTo>
                    <a:pt x="131018" y="19443"/>
                  </a:lnTo>
                  <a:lnTo>
                    <a:pt x="91424" y="42481"/>
                  </a:lnTo>
                  <a:lnTo>
                    <a:pt x="56866" y="73431"/>
                  </a:lnTo>
                  <a:lnTo>
                    <a:pt x="30231" y="110147"/>
                  </a:lnTo>
                  <a:lnTo>
                    <a:pt x="7917" y="163410"/>
                  </a:lnTo>
                  <a:lnTo>
                    <a:pt x="5759" y="174929"/>
                  </a:lnTo>
                  <a:lnTo>
                    <a:pt x="3596" y="185737"/>
                  </a:lnTo>
                  <a:lnTo>
                    <a:pt x="718" y="208762"/>
                  </a:lnTo>
                  <a:lnTo>
                    <a:pt x="718" y="220281"/>
                  </a:lnTo>
                  <a:lnTo>
                    <a:pt x="0" y="220281"/>
                  </a:lnTo>
                  <a:lnTo>
                    <a:pt x="0" y="231800"/>
                  </a:lnTo>
                  <a:lnTo>
                    <a:pt x="2876" y="254838"/>
                  </a:lnTo>
                  <a:lnTo>
                    <a:pt x="14396" y="299478"/>
                  </a:lnTo>
                  <a:lnTo>
                    <a:pt x="35271" y="340499"/>
                  </a:lnTo>
                  <a:lnTo>
                    <a:pt x="72707" y="383705"/>
                  </a:lnTo>
                  <a:lnTo>
                    <a:pt x="120218" y="416814"/>
                  </a:lnTo>
                  <a:lnTo>
                    <a:pt x="163413" y="433374"/>
                  </a:lnTo>
                  <a:lnTo>
                    <a:pt x="208761" y="440575"/>
                  </a:lnTo>
                  <a:lnTo>
                    <a:pt x="231799" y="440575"/>
                  </a:lnTo>
                  <a:lnTo>
                    <a:pt x="277152" y="433374"/>
                  </a:lnTo>
                  <a:lnTo>
                    <a:pt x="320342" y="416814"/>
                  </a:lnTo>
                  <a:lnTo>
                    <a:pt x="359215" y="391617"/>
                  </a:lnTo>
                  <a:lnTo>
                    <a:pt x="391610" y="359219"/>
                  </a:lnTo>
                  <a:lnTo>
                    <a:pt x="416807" y="320344"/>
                  </a:lnTo>
                  <a:lnTo>
                    <a:pt x="433367" y="277164"/>
                  </a:lnTo>
                  <a:lnTo>
                    <a:pt x="440565" y="231800"/>
                  </a:lnTo>
                  <a:lnTo>
                    <a:pt x="440565" y="220281"/>
                  </a:lnTo>
                  <a:lnTo>
                    <a:pt x="440565" y="208762"/>
                  </a:lnTo>
                  <a:lnTo>
                    <a:pt x="432648" y="163410"/>
                  </a:lnTo>
                  <a:lnTo>
                    <a:pt x="416088" y="120230"/>
                  </a:lnTo>
                  <a:lnTo>
                    <a:pt x="390892" y="82067"/>
                  </a:lnTo>
                  <a:lnTo>
                    <a:pt x="349859" y="42481"/>
                  </a:lnTo>
                  <a:lnTo>
                    <a:pt x="309547" y="19443"/>
                  </a:lnTo>
                  <a:lnTo>
                    <a:pt x="265633" y="5765"/>
                  </a:lnTo>
                  <a:lnTo>
                    <a:pt x="254833" y="3606"/>
                  </a:lnTo>
                  <a:lnTo>
                    <a:pt x="231799" y="723"/>
                  </a:lnTo>
                  <a:lnTo>
                    <a:pt x="220280" y="723"/>
                  </a:lnTo>
                  <a:lnTo>
                    <a:pt x="220280" y="0"/>
                  </a:lnTo>
                  <a:close/>
                </a:path>
              </a:pathLst>
            </a:custGeom>
            <a:solidFill>
              <a:srgbClr val="959595"/>
            </a:solidFill>
          </p:spPr>
          <p:txBody>
            <a:bodyPr wrap="square" lIns="0" tIns="0" rIns="0" bIns="0" rtlCol="0"/>
            <a:lstStyle/>
            <a:p>
              <a:endParaRPr/>
            </a:p>
          </p:txBody>
        </p:sp>
        <p:sp>
          <p:nvSpPr>
            <p:cNvPr id="14" name="object 14"/>
            <p:cNvSpPr/>
            <p:nvPr/>
          </p:nvSpPr>
          <p:spPr>
            <a:xfrm>
              <a:off x="279360" y="7433995"/>
              <a:ext cx="440690" cy="440690"/>
            </a:xfrm>
            <a:custGeom>
              <a:avLst/>
              <a:gdLst/>
              <a:ahLst/>
              <a:cxnLst/>
              <a:rect l="l" t="t" r="r" b="b"/>
              <a:pathLst>
                <a:path w="440690" h="440690">
                  <a:moveTo>
                    <a:pt x="440565" y="220281"/>
                  </a:moveTo>
                  <a:lnTo>
                    <a:pt x="440565" y="231800"/>
                  </a:lnTo>
                  <a:lnTo>
                    <a:pt x="439126" y="243319"/>
                  </a:lnTo>
                  <a:lnTo>
                    <a:pt x="429765" y="288671"/>
                  </a:lnTo>
                  <a:lnTo>
                    <a:pt x="411048" y="330428"/>
                  </a:lnTo>
                  <a:lnTo>
                    <a:pt x="383693" y="367855"/>
                  </a:lnTo>
                  <a:lnTo>
                    <a:pt x="375775" y="375780"/>
                  </a:lnTo>
                  <a:lnTo>
                    <a:pt x="367858" y="383705"/>
                  </a:lnTo>
                  <a:lnTo>
                    <a:pt x="330423" y="411060"/>
                  </a:lnTo>
                  <a:lnTo>
                    <a:pt x="288672" y="429768"/>
                  </a:lnTo>
                  <a:lnTo>
                    <a:pt x="243319" y="439127"/>
                  </a:lnTo>
                  <a:lnTo>
                    <a:pt x="231799" y="440575"/>
                  </a:lnTo>
                  <a:lnTo>
                    <a:pt x="220280" y="440575"/>
                  </a:lnTo>
                  <a:lnTo>
                    <a:pt x="208761" y="440575"/>
                  </a:lnTo>
                  <a:lnTo>
                    <a:pt x="197246" y="439127"/>
                  </a:lnTo>
                  <a:lnTo>
                    <a:pt x="151893" y="429768"/>
                  </a:lnTo>
                  <a:lnTo>
                    <a:pt x="110136" y="411060"/>
                  </a:lnTo>
                  <a:lnTo>
                    <a:pt x="72707" y="383705"/>
                  </a:lnTo>
                  <a:lnTo>
                    <a:pt x="64789" y="375780"/>
                  </a:lnTo>
                  <a:lnTo>
                    <a:pt x="56866" y="367855"/>
                  </a:lnTo>
                  <a:lnTo>
                    <a:pt x="29512" y="330428"/>
                  </a:lnTo>
                  <a:lnTo>
                    <a:pt x="10795" y="288671"/>
                  </a:lnTo>
                  <a:lnTo>
                    <a:pt x="1438" y="243319"/>
                  </a:lnTo>
                  <a:lnTo>
                    <a:pt x="0" y="231800"/>
                  </a:lnTo>
                  <a:lnTo>
                    <a:pt x="0" y="220281"/>
                  </a:lnTo>
                  <a:lnTo>
                    <a:pt x="718" y="220281"/>
                  </a:lnTo>
                  <a:lnTo>
                    <a:pt x="718" y="208762"/>
                  </a:lnTo>
                  <a:lnTo>
                    <a:pt x="2157" y="197243"/>
                  </a:lnTo>
                  <a:lnTo>
                    <a:pt x="3596" y="185737"/>
                  </a:lnTo>
                  <a:lnTo>
                    <a:pt x="5759" y="174929"/>
                  </a:lnTo>
                  <a:lnTo>
                    <a:pt x="7917" y="163410"/>
                  </a:lnTo>
                  <a:lnTo>
                    <a:pt x="24471" y="120230"/>
                  </a:lnTo>
                  <a:lnTo>
                    <a:pt x="49668" y="82067"/>
                  </a:lnTo>
                  <a:lnTo>
                    <a:pt x="82063" y="49669"/>
                  </a:lnTo>
                  <a:lnTo>
                    <a:pt x="100780" y="36004"/>
                  </a:lnTo>
                  <a:lnTo>
                    <a:pt x="110136" y="29514"/>
                  </a:lnTo>
                  <a:lnTo>
                    <a:pt x="152613" y="10807"/>
                  </a:lnTo>
                  <a:lnTo>
                    <a:pt x="197246" y="1447"/>
                  </a:lnTo>
                  <a:lnTo>
                    <a:pt x="208761" y="0"/>
                  </a:lnTo>
                  <a:lnTo>
                    <a:pt x="220280" y="0"/>
                  </a:lnTo>
                  <a:lnTo>
                    <a:pt x="220280" y="723"/>
                  </a:lnTo>
                  <a:lnTo>
                    <a:pt x="231799" y="723"/>
                  </a:lnTo>
                  <a:lnTo>
                    <a:pt x="243319" y="2159"/>
                  </a:lnTo>
                  <a:lnTo>
                    <a:pt x="254833" y="3606"/>
                  </a:lnTo>
                  <a:lnTo>
                    <a:pt x="265633" y="5765"/>
                  </a:lnTo>
                  <a:lnTo>
                    <a:pt x="277152" y="7924"/>
                  </a:lnTo>
                  <a:lnTo>
                    <a:pt x="320342" y="24472"/>
                  </a:lnTo>
                  <a:lnTo>
                    <a:pt x="358496" y="49669"/>
                  </a:lnTo>
                  <a:lnTo>
                    <a:pt x="390892" y="82067"/>
                  </a:lnTo>
                  <a:lnTo>
                    <a:pt x="404568" y="100787"/>
                  </a:lnTo>
                  <a:lnTo>
                    <a:pt x="411048" y="110147"/>
                  </a:lnTo>
                  <a:lnTo>
                    <a:pt x="416088" y="120230"/>
                  </a:lnTo>
                  <a:lnTo>
                    <a:pt x="421128" y="131025"/>
                  </a:lnTo>
                  <a:lnTo>
                    <a:pt x="425444" y="141820"/>
                  </a:lnTo>
                  <a:lnTo>
                    <a:pt x="429765" y="152615"/>
                  </a:lnTo>
                  <a:lnTo>
                    <a:pt x="439126" y="197243"/>
                  </a:lnTo>
                  <a:lnTo>
                    <a:pt x="440565" y="208762"/>
                  </a:lnTo>
                  <a:lnTo>
                    <a:pt x="440565" y="220281"/>
                  </a:lnTo>
                  <a:close/>
                </a:path>
              </a:pathLst>
            </a:custGeom>
            <a:ln w="18716">
              <a:solidFill>
                <a:srgbClr val="959595"/>
              </a:solidFill>
            </a:ln>
          </p:spPr>
          <p:txBody>
            <a:bodyPr wrap="square" lIns="0" tIns="0" rIns="0" bIns="0" rtlCol="0"/>
            <a:lstStyle/>
            <a:p>
              <a:endParaRPr/>
            </a:p>
          </p:txBody>
        </p:sp>
      </p:grpSp>
      <p:grpSp>
        <p:nvGrpSpPr>
          <p:cNvPr id="15" name="object 15"/>
          <p:cNvGrpSpPr/>
          <p:nvPr/>
        </p:nvGrpSpPr>
        <p:grpSpPr>
          <a:xfrm>
            <a:off x="17400944" y="8980552"/>
            <a:ext cx="459740" cy="459740"/>
            <a:chOff x="17400944" y="8980552"/>
            <a:chExt cx="459740" cy="459740"/>
          </a:xfrm>
        </p:grpSpPr>
        <p:sp>
          <p:nvSpPr>
            <p:cNvPr id="16" name="object 16"/>
            <p:cNvSpPr/>
            <p:nvPr/>
          </p:nvSpPr>
          <p:spPr>
            <a:xfrm>
              <a:off x="17410302" y="8989911"/>
              <a:ext cx="440690" cy="440690"/>
            </a:xfrm>
            <a:custGeom>
              <a:avLst/>
              <a:gdLst/>
              <a:ahLst/>
              <a:cxnLst/>
              <a:rect l="l" t="t" r="r" b="b"/>
              <a:pathLst>
                <a:path w="440690" h="440690">
                  <a:moveTo>
                    <a:pt x="220345" y="0"/>
                  </a:moveTo>
                  <a:lnTo>
                    <a:pt x="208788" y="0"/>
                  </a:lnTo>
                  <a:lnTo>
                    <a:pt x="185801" y="2882"/>
                  </a:lnTo>
                  <a:lnTo>
                    <a:pt x="131064" y="19443"/>
                  </a:lnTo>
                  <a:lnTo>
                    <a:pt x="100838" y="36004"/>
                  </a:lnTo>
                  <a:lnTo>
                    <a:pt x="91440" y="42481"/>
                  </a:lnTo>
                  <a:lnTo>
                    <a:pt x="56896" y="73432"/>
                  </a:lnTo>
                  <a:lnTo>
                    <a:pt x="30226" y="110148"/>
                  </a:lnTo>
                  <a:lnTo>
                    <a:pt x="11557" y="152618"/>
                  </a:lnTo>
                  <a:lnTo>
                    <a:pt x="7874" y="163418"/>
                  </a:lnTo>
                  <a:lnTo>
                    <a:pt x="5715" y="174937"/>
                  </a:lnTo>
                  <a:lnTo>
                    <a:pt x="3556" y="185737"/>
                  </a:lnTo>
                  <a:lnTo>
                    <a:pt x="762" y="208771"/>
                  </a:lnTo>
                  <a:lnTo>
                    <a:pt x="762" y="220290"/>
                  </a:lnTo>
                  <a:lnTo>
                    <a:pt x="0" y="220290"/>
                  </a:lnTo>
                  <a:lnTo>
                    <a:pt x="0" y="231810"/>
                  </a:lnTo>
                  <a:lnTo>
                    <a:pt x="7239" y="277158"/>
                  </a:lnTo>
                  <a:lnTo>
                    <a:pt x="23749" y="320352"/>
                  </a:lnTo>
                  <a:lnTo>
                    <a:pt x="29591" y="330433"/>
                  </a:lnTo>
                  <a:lnTo>
                    <a:pt x="35306" y="340508"/>
                  </a:lnTo>
                  <a:lnTo>
                    <a:pt x="64770" y="375786"/>
                  </a:lnTo>
                  <a:lnTo>
                    <a:pt x="100076" y="405298"/>
                  </a:lnTo>
                  <a:lnTo>
                    <a:pt x="141097" y="426175"/>
                  </a:lnTo>
                  <a:lnTo>
                    <a:pt x="185801" y="437694"/>
                  </a:lnTo>
                  <a:lnTo>
                    <a:pt x="208788" y="440571"/>
                  </a:lnTo>
                  <a:lnTo>
                    <a:pt x="231775" y="440571"/>
                  </a:lnTo>
                  <a:lnTo>
                    <a:pt x="277114" y="433373"/>
                  </a:lnTo>
                  <a:lnTo>
                    <a:pt x="320421" y="416817"/>
                  </a:lnTo>
                  <a:lnTo>
                    <a:pt x="359283" y="391622"/>
                  </a:lnTo>
                  <a:lnTo>
                    <a:pt x="391668" y="359227"/>
                  </a:lnTo>
                  <a:lnTo>
                    <a:pt x="416814" y="320352"/>
                  </a:lnTo>
                  <a:lnTo>
                    <a:pt x="433324" y="277158"/>
                  </a:lnTo>
                  <a:lnTo>
                    <a:pt x="440563" y="231810"/>
                  </a:lnTo>
                  <a:lnTo>
                    <a:pt x="440563" y="220290"/>
                  </a:lnTo>
                  <a:lnTo>
                    <a:pt x="440563" y="208771"/>
                  </a:lnTo>
                  <a:lnTo>
                    <a:pt x="432689" y="163418"/>
                  </a:lnTo>
                  <a:lnTo>
                    <a:pt x="416052" y="120228"/>
                  </a:lnTo>
                  <a:lnTo>
                    <a:pt x="390906" y="82073"/>
                  </a:lnTo>
                  <a:lnTo>
                    <a:pt x="349885" y="42481"/>
                  </a:lnTo>
                  <a:lnTo>
                    <a:pt x="309626" y="19443"/>
                  </a:lnTo>
                  <a:lnTo>
                    <a:pt x="265684" y="5765"/>
                  </a:lnTo>
                  <a:lnTo>
                    <a:pt x="254889" y="3606"/>
                  </a:lnTo>
                  <a:lnTo>
                    <a:pt x="231775" y="723"/>
                  </a:lnTo>
                  <a:lnTo>
                    <a:pt x="220345" y="723"/>
                  </a:lnTo>
                  <a:lnTo>
                    <a:pt x="220345" y="0"/>
                  </a:lnTo>
                  <a:close/>
                </a:path>
              </a:pathLst>
            </a:custGeom>
            <a:solidFill>
              <a:srgbClr val="36D636"/>
            </a:solidFill>
          </p:spPr>
          <p:txBody>
            <a:bodyPr wrap="square" lIns="0" tIns="0" rIns="0" bIns="0" rtlCol="0"/>
            <a:lstStyle/>
            <a:p>
              <a:endParaRPr/>
            </a:p>
          </p:txBody>
        </p:sp>
        <p:sp>
          <p:nvSpPr>
            <p:cNvPr id="17" name="object 17"/>
            <p:cNvSpPr/>
            <p:nvPr/>
          </p:nvSpPr>
          <p:spPr>
            <a:xfrm>
              <a:off x="17410302" y="8989911"/>
              <a:ext cx="440690" cy="440690"/>
            </a:xfrm>
            <a:custGeom>
              <a:avLst/>
              <a:gdLst/>
              <a:ahLst/>
              <a:cxnLst/>
              <a:rect l="l" t="t" r="r" b="b"/>
              <a:pathLst>
                <a:path w="440690" h="440690">
                  <a:moveTo>
                    <a:pt x="440563" y="220290"/>
                  </a:moveTo>
                  <a:lnTo>
                    <a:pt x="440563" y="231810"/>
                  </a:lnTo>
                  <a:lnTo>
                    <a:pt x="439166" y="243324"/>
                  </a:lnTo>
                  <a:lnTo>
                    <a:pt x="437769" y="254843"/>
                  </a:lnTo>
                  <a:lnTo>
                    <a:pt x="426212" y="299477"/>
                  </a:lnTo>
                  <a:lnTo>
                    <a:pt x="405257" y="340508"/>
                  </a:lnTo>
                  <a:lnTo>
                    <a:pt x="375793" y="375786"/>
                  </a:lnTo>
                  <a:lnTo>
                    <a:pt x="340487" y="405298"/>
                  </a:lnTo>
                  <a:lnTo>
                    <a:pt x="299466" y="426175"/>
                  </a:lnTo>
                  <a:lnTo>
                    <a:pt x="254889" y="437694"/>
                  </a:lnTo>
                  <a:lnTo>
                    <a:pt x="231775" y="440571"/>
                  </a:lnTo>
                  <a:lnTo>
                    <a:pt x="220345" y="440571"/>
                  </a:lnTo>
                  <a:lnTo>
                    <a:pt x="208788" y="440571"/>
                  </a:lnTo>
                  <a:lnTo>
                    <a:pt x="163449" y="433373"/>
                  </a:lnTo>
                  <a:lnTo>
                    <a:pt x="120269" y="416817"/>
                  </a:lnTo>
                  <a:lnTo>
                    <a:pt x="81407" y="391622"/>
                  </a:lnTo>
                  <a:lnTo>
                    <a:pt x="49022" y="359227"/>
                  </a:lnTo>
                  <a:lnTo>
                    <a:pt x="29591" y="330433"/>
                  </a:lnTo>
                  <a:lnTo>
                    <a:pt x="23749" y="320352"/>
                  </a:lnTo>
                  <a:lnTo>
                    <a:pt x="7239" y="277158"/>
                  </a:lnTo>
                  <a:lnTo>
                    <a:pt x="0" y="231810"/>
                  </a:lnTo>
                  <a:lnTo>
                    <a:pt x="0" y="220290"/>
                  </a:lnTo>
                  <a:lnTo>
                    <a:pt x="762" y="220290"/>
                  </a:lnTo>
                  <a:lnTo>
                    <a:pt x="762" y="208771"/>
                  </a:lnTo>
                  <a:lnTo>
                    <a:pt x="2159" y="197252"/>
                  </a:lnTo>
                  <a:lnTo>
                    <a:pt x="3556" y="185737"/>
                  </a:lnTo>
                  <a:lnTo>
                    <a:pt x="5715" y="174937"/>
                  </a:lnTo>
                  <a:lnTo>
                    <a:pt x="7874" y="163418"/>
                  </a:lnTo>
                  <a:lnTo>
                    <a:pt x="11557" y="152618"/>
                  </a:lnTo>
                  <a:lnTo>
                    <a:pt x="15113" y="141823"/>
                  </a:lnTo>
                  <a:lnTo>
                    <a:pt x="19431" y="131023"/>
                  </a:lnTo>
                  <a:lnTo>
                    <a:pt x="42545" y="90711"/>
                  </a:lnTo>
                  <a:lnTo>
                    <a:pt x="73406" y="56876"/>
                  </a:lnTo>
                  <a:lnTo>
                    <a:pt x="100838" y="36004"/>
                  </a:lnTo>
                  <a:lnTo>
                    <a:pt x="110109" y="29527"/>
                  </a:lnTo>
                  <a:lnTo>
                    <a:pt x="120269" y="24485"/>
                  </a:lnTo>
                  <a:lnTo>
                    <a:pt x="131064" y="19443"/>
                  </a:lnTo>
                  <a:lnTo>
                    <a:pt x="141859" y="15125"/>
                  </a:lnTo>
                  <a:lnTo>
                    <a:pt x="152654" y="10807"/>
                  </a:lnTo>
                  <a:lnTo>
                    <a:pt x="197231" y="1447"/>
                  </a:lnTo>
                  <a:lnTo>
                    <a:pt x="208788" y="0"/>
                  </a:lnTo>
                  <a:lnTo>
                    <a:pt x="220345" y="0"/>
                  </a:lnTo>
                  <a:lnTo>
                    <a:pt x="220345" y="723"/>
                  </a:lnTo>
                  <a:lnTo>
                    <a:pt x="231775" y="723"/>
                  </a:lnTo>
                  <a:lnTo>
                    <a:pt x="243332" y="2171"/>
                  </a:lnTo>
                  <a:lnTo>
                    <a:pt x="254889" y="3606"/>
                  </a:lnTo>
                  <a:lnTo>
                    <a:pt x="265684" y="5765"/>
                  </a:lnTo>
                  <a:lnTo>
                    <a:pt x="309626" y="19443"/>
                  </a:lnTo>
                  <a:lnTo>
                    <a:pt x="349885" y="42481"/>
                  </a:lnTo>
                  <a:lnTo>
                    <a:pt x="383667" y="73432"/>
                  </a:lnTo>
                  <a:lnTo>
                    <a:pt x="404622" y="100792"/>
                  </a:lnTo>
                  <a:lnTo>
                    <a:pt x="411099" y="110148"/>
                  </a:lnTo>
                  <a:lnTo>
                    <a:pt x="416052" y="120228"/>
                  </a:lnTo>
                  <a:lnTo>
                    <a:pt x="421132" y="131023"/>
                  </a:lnTo>
                  <a:lnTo>
                    <a:pt x="425450" y="141823"/>
                  </a:lnTo>
                  <a:lnTo>
                    <a:pt x="429768" y="152618"/>
                  </a:lnTo>
                  <a:lnTo>
                    <a:pt x="439166" y="197252"/>
                  </a:lnTo>
                  <a:lnTo>
                    <a:pt x="440563" y="208771"/>
                  </a:lnTo>
                  <a:lnTo>
                    <a:pt x="440563" y="220290"/>
                  </a:lnTo>
                  <a:close/>
                </a:path>
              </a:pathLst>
            </a:custGeom>
            <a:ln w="18716">
              <a:solidFill>
                <a:srgbClr val="36D636"/>
              </a:solidFill>
            </a:ln>
          </p:spPr>
          <p:txBody>
            <a:bodyPr wrap="square" lIns="0" tIns="0" rIns="0" bIns="0" rtlCol="0"/>
            <a:lstStyle/>
            <a:p>
              <a:endParaRPr/>
            </a:p>
          </p:txBody>
        </p:sp>
      </p:grpSp>
      <p:sp>
        <p:nvSpPr>
          <p:cNvPr id="21" name="TextBox 20">
            <a:extLst>
              <a:ext uri="{FF2B5EF4-FFF2-40B4-BE49-F238E27FC236}">
                <a16:creationId xmlns:a16="http://schemas.microsoft.com/office/drawing/2014/main" id="{2DD5C0A5-3C61-A81E-A4AF-1C3C8BD48EB6}"/>
              </a:ext>
            </a:extLst>
          </p:cNvPr>
          <p:cNvSpPr txBox="1"/>
          <p:nvPr/>
        </p:nvSpPr>
        <p:spPr>
          <a:xfrm>
            <a:off x="280794" y="169496"/>
            <a:ext cx="5755655" cy="769441"/>
          </a:xfrm>
          <a:prstGeom prst="rect">
            <a:avLst/>
          </a:prstGeom>
          <a:noFill/>
        </p:spPr>
        <p:txBody>
          <a:bodyPr wrap="square" rtlCol="0">
            <a:spAutoFit/>
          </a:bodyPr>
          <a:lstStyle/>
          <a:p>
            <a:r>
              <a:rPr lang="en-US" sz="4400" b="1" dirty="0">
                <a:latin typeface="Arial" panose="020B0604020202020204" pitchFamily="34" charset="0"/>
                <a:cs typeface="Arial" panose="020B0604020202020204" pitchFamily="34" charset="0"/>
              </a:rPr>
              <a:t>Transaction Flow</a:t>
            </a:r>
          </a:p>
        </p:txBody>
      </p:sp>
      <p:pic>
        <p:nvPicPr>
          <p:cNvPr id="19" name="Graphic 18">
            <a:extLst>
              <a:ext uri="{FF2B5EF4-FFF2-40B4-BE49-F238E27FC236}">
                <a16:creationId xmlns:a16="http://schemas.microsoft.com/office/drawing/2014/main" id="{7EE8F527-4BBF-4EC5-5D62-0F90C0FD333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0950" y="228106"/>
            <a:ext cx="6781800" cy="9843487"/>
          </a:xfrm>
          <a:prstGeom prst="rect">
            <a:avLst/>
          </a:prstGeom>
        </p:spPr>
      </p:pic>
    </p:spTree>
    <p:extLst>
      <p:ext uri="{BB962C8B-B14F-4D97-AF65-F5344CB8AC3E}">
        <p14:creationId xmlns:p14="http://schemas.microsoft.com/office/powerpoint/2010/main" val="1186651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611852" y="0"/>
            <a:ext cx="1676400" cy="4457700"/>
            <a:chOff x="16611852" y="0"/>
            <a:chExt cx="1676400" cy="4457700"/>
          </a:xfrm>
        </p:grpSpPr>
        <p:sp>
          <p:nvSpPr>
            <p:cNvPr id="3" name="object 3"/>
            <p:cNvSpPr/>
            <p:nvPr/>
          </p:nvSpPr>
          <p:spPr>
            <a:xfrm>
              <a:off x="16611852" y="0"/>
              <a:ext cx="1676400" cy="4457700"/>
            </a:xfrm>
            <a:custGeom>
              <a:avLst/>
              <a:gdLst/>
              <a:ahLst/>
              <a:cxnLst/>
              <a:rect l="l" t="t" r="r" b="b"/>
              <a:pathLst>
                <a:path w="1676400" h="4457700">
                  <a:moveTo>
                    <a:pt x="582421" y="3351542"/>
                  </a:moveTo>
                  <a:lnTo>
                    <a:pt x="527684" y="3351542"/>
                  </a:lnTo>
                  <a:lnTo>
                    <a:pt x="0" y="3874261"/>
                  </a:lnTo>
                  <a:lnTo>
                    <a:pt x="0" y="4457699"/>
                  </a:lnTo>
                  <a:lnTo>
                    <a:pt x="582421" y="4457699"/>
                  </a:lnTo>
                  <a:lnTo>
                    <a:pt x="582421" y="4428654"/>
                  </a:lnTo>
                  <a:lnTo>
                    <a:pt x="29463" y="4428654"/>
                  </a:lnTo>
                  <a:lnTo>
                    <a:pt x="29463" y="3904500"/>
                  </a:lnTo>
                  <a:lnTo>
                    <a:pt x="1136776" y="3904500"/>
                  </a:lnTo>
                  <a:lnTo>
                    <a:pt x="1136776" y="3874261"/>
                  </a:lnTo>
                  <a:lnTo>
                    <a:pt x="42417" y="3874261"/>
                  </a:lnTo>
                  <a:lnTo>
                    <a:pt x="552195" y="3370262"/>
                  </a:lnTo>
                  <a:lnTo>
                    <a:pt x="582421" y="3370262"/>
                  </a:lnTo>
                  <a:lnTo>
                    <a:pt x="582421" y="3351542"/>
                  </a:lnTo>
                  <a:close/>
                </a:path>
                <a:path w="1676400" h="4457700">
                  <a:moveTo>
                    <a:pt x="582421" y="3904500"/>
                  </a:moveTo>
                  <a:lnTo>
                    <a:pt x="552195" y="3904500"/>
                  </a:lnTo>
                  <a:lnTo>
                    <a:pt x="552195" y="4428654"/>
                  </a:lnTo>
                  <a:lnTo>
                    <a:pt x="582421" y="4428654"/>
                  </a:lnTo>
                  <a:lnTo>
                    <a:pt x="582421" y="3904500"/>
                  </a:lnTo>
                  <a:close/>
                </a:path>
                <a:path w="1676400" h="4457700">
                  <a:moveTo>
                    <a:pt x="582421" y="3370262"/>
                  </a:moveTo>
                  <a:lnTo>
                    <a:pt x="552195" y="3370262"/>
                  </a:lnTo>
                  <a:lnTo>
                    <a:pt x="552195" y="3874261"/>
                  </a:lnTo>
                  <a:lnTo>
                    <a:pt x="582421" y="3874261"/>
                  </a:lnTo>
                  <a:lnTo>
                    <a:pt x="582421" y="3370262"/>
                  </a:lnTo>
                  <a:close/>
                </a:path>
                <a:path w="1676400" h="4457700">
                  <a:moveTo>
                    <a:pt x="1136776" y="2245639"/>
                  </a:moveTo>
                  <a:lnTo>
                    <a:pt x="1106550" y="2245639"/>
                  </a:lnTo>
                  <a:lnTo>
                    <a:pt x="1106550" y="2768358"/>
                  </a:lnTo>
                  <a:lnTo>
                    <a:pt x="0" y="2768358"/>
                  </a:lnTo>
                  <a:lnTo>
                    <a:pt x="0" y="3351542"/>
                  </a:lnTo>
                  <a:lnTo>
                    <a:pt x="1106550" y="3351542"/>
                  </a:lnTo>
                  <a:lnTo>
                    <a:pt x="1106550" y="3874261"/>
                  </a:lnTo>
                  <a:lnTo>
                    <a:pt x="1136776" y="3874261"/>
                  </a:lnTo>
                  <a:lnTo>
                    <a:pt x="1136776" y="3321303"/>
                  </a:lnTo>
                  <a:lnTo>
                    <a:pt x="29463" y="3321303"/>
                  </a:lnTo>
                  <a:lnTo>
                    <a:pt x="29463" y="2797162"/>
                  </a:lnTo>
                  <a:lnTo>
                    <a:pt x="1136776" y="2797162"/>
                  </a:lnTo>
                  <a:lnTo>
                    <a:pt x="1136776" y="2791396"/>
                  </a:lnTo>
                  <a:lnTo>
                    <a:pt x="1179085" y="2749638"/>
                  </a:lnTo>
                  <a:lnTo>
                    <a:pt x="1136776" y="2749638"/>
                  </a:lnTo>
                  <a:lnTo>
                    <a:pt x="1136776" y="2245639"/>
                  </a:lnTo>
                  <a:close/>
                </a:path>
                <a:path w="1676400" h="4457700">
                  <a:moveTo>
                    <a:pt x="582421" y="2797162"/>
                  </a:moveTo>
                  <a:lnTo>
                    <a:pt x="552195" y="2797162"/>
                  </a:lnTo>
                  <a:lnTo>
                    <a:pt x="552195" y="3321303"/>
                  </a:lnTo>
                  <a:lnTo>
                    <a:pt x="602614" y="3321303"/>
                  </a:lnTo>
                  <a:lnTo>
                    <a:pt x="625842" y="3298266"/>
                  </a:lnTo>
                  <a:lnTo>
                    <a:pt x="582421" y="3298266"/>
                  </a:lnTo>
                  <a:lnTo>
                    <a:pt x="582421" y="2797162"/>
                  </a:lnTo>
                  <a:close/>
                </a:path>
                <a:path w="1676400" h="4457700">
                  <a:moveTo>
                    <a:pt x="1131061" y="2797162"/>
                  </a:moveTo>
                  <a:lnTo>
                    <a:pt x="1087881" y="2797162"/>
                  </a:lnTo>
                  <a:lnTo>
                    <a:pt x="582421" y="3298266"/>
                  </a:lnTo>
                  <a:lnTo>
                    <a:pt x="625842" y="3298266"/>
                  </a:lnTo>
                  <a:lnTo>
                    <a:pt x="1131061" y="2797162"/>
                  </a:lnTo>
                  <a:close/>
                </a:path>
                <a:path w="1676400" h="4457700">
                  <a:moveTo>
                    <a:pt x="1676158" y="1691258"/>
                  </a:moveTo>
                  <a:lnTo>
                    <a:pt x="1660905" y="1691258"/>
                  </a:lnTo>
                  <a:lnTo>
                    <a:pt x="1660905" y="2215400"/>
                  </a:lnTo>
                  <a:lnTo>
                    <a:pt x="552195" y="2215400"/>
                  </a:lnTo>
                  <a:lnTo>
                    <a:pt x="552195" y="2768358"/>
                  </a:lnTo>
                  <a:lnTo>
                    <a:pt x="582421" y="2768358"/>
                  </a:lnTo>
                  <a:lnTo>
                    <a:pt x="582421" y="2245639"/>
                  </a:lnTo>
                  <a:lnTo>
                    <a:pt x="1676158" y="2245639"/>
                  </a:lnTo>
                  <a:lnTo>
                    <a:pt x="1676158" y="1691258"/>
                  </a:lnTo>
                  <a:close/>
                </a:path>
                <a:path w="1676400" h="4457700">
                  <a:moveTo>
                    <a:pt x="1676158" y="2245639"/>
                  </a:moveTo>
                  <a:lnTo>
                    <a:pt x="1646554" y="2245639"/>
                  </a:lnTo>
                  <a:lnTo>
                    <a:pt x="1136776" y="2749638"/>
                  </a:lnTo>
                  <a:lnTo>
                    <a:pt x="1179085" y="2749638"/>
                  </a:lnTo>
                  <a:lnTo>
                    <a:pt x="1676158" y="2259038"/>
                  </a:lnTo>
                  <a:lnTo>
                    <a:pt x="1676158" y="2245639"/>
                  </a:lnTo>
                  <a:close/>
                </a:path>
                <a:path w="1676400" h="4457700">
                  <a:moveTo>
                    <a:pt x="1676158" y="0"/>
                  </a:moveTo>
                  <a:lnTo>
                    <a:pt x="1660905" y="0"/>
                  </a:lnTo>
                  <a:lnTo>
                    <a:pt x="1106550" y="553669"/>
                  </a:lnTo>
                  <a:lnTo>
                    <a:pt x="1106550" y="1136865"/>
                  </a:lnTo>
                  <a:lnTo>
                    <a:pt x="1660905" y="1136865"/>
                  </a:lnTo>
                  <a:lnTo>
                    <a:pt x="1660905" y="1661020"/>
                  </a:lnTo>
                  <a:lnTo>
                    <a:pt x="1106550" y="1661020"/>
                  </a:lnTo>
                  <a:lnTo>
                    <a:pt x="1106550" y="2215400"/>
                  </a:lnTo>
                  <a:lnTo>
                    <a:pt x="1136776" y="2215400"/>
                  </a:lnTo>
                  <a:lnTo>
                    <a:pt x="1136776" y="1691258"/>
                  </a:lnTo>
                  <a:lnTo>
                    <a:pt x="1676158" y="1691258"/>
                  </a:lnTo>
                  <a:lnTo>
                    <a:pt x="1676158" y="1106627"/>
                  </a:lnTo>
                  <a:lnTo>
                    <a:pt x="1136776" y="1106627"/>
                  </a:lnTo>
                  <a:lnTo>
                    <a:pt x="1136776" y="583907"/>
                  </a:lnTo>
                  <a:lnTo>
                    <a:pt x="1676158" y="583907"/>
                  </a:lnTo>
                  <a:lnTo>
                    <a:pt x="1676158" y="553669"/>
                  </a:lnTo>
                  <a:lnTo>
                    <a:pt x="1148333" y="553669"/>
                  </a:lnTo>
                  <a:lnTo>
                    <a:pt x="1660905" y="42481"/>
                  </a:lnTo>
                  <a:lnTo>
                    <a:pt x="1676158" y="42481"/>
                  </a:lnTo>
                  <a:lnTo>
                    <a:pt x="1676158" y="0"/>
                  </a:lnTo>
                  <a:close/>
                </a:path>
                <a:path w="1676400" h="4457700">
                  <a:moveTo>
                    <a:pt x="1676158" y="583907"/>
                  </a:moveTo>
                  <a:lnTo>
                    <a:pt x="1660905" y="583907"/>
                  </a:lnTo>
                  <a:lnTo>
                    <a:pt x="1660905" y="1106627"/>
                  </a:lnTo>
                  <a:lnTo>
                    <a:pt x="1676158" y="1106627"/>
                  </a:lnTo>
                  <a:lnTo>
                    <a:pt x="1676158" y="583907"/>
                  </a:lnTo>
                  <a:close/>
                </a:path>
                <a:path w="1676400" h="4457700">
                  <a:moveTo>
                    <a:pt x="1676158" y="42481"/>
                  </a:moveTo>
                  <a:lnTo>
                    <a:pt x="1660905" y="42481"/>
                  </a:lnTo>
                  <a:lnTo>
                    <a:pt x="1660905" y="553669"/>
                  </a:lnTo>
                  <a:lnTo>
                    <a:pt x="1676158" y="553669"/>
                  </a:lnTo>
                  <a:lnTo>
                    <a:pt x="1676158" y="42481"/>
                  </a:lnTo>
                  <a:close/>
                </a:path>
              </a:pathLst>
            </a:custGeom>
            <a:solidFill>
              <a:srgbClr val="36D636"/>
            </a:solidFill>
          </p:spPr>
          <p:txBody>
            <a:bodyPr wrap="square" lIns="0" tIns="0" rIns="0" bIns="0" rtlCol="0"/>
            <a:lstStyle/>
            <a:p>
              <a:endParaRPr/>
            </a:p>
          </p:txBody>
        </p:sp>
        <p:sp>
          <p:nvSpPr>
            <p:cNvPr id="4" name="object 4"/>
            <p:cNvSpPr/>
            <p:nvPr/>
          </p:nvSpPr>
          <p:spPr>
            <a:xfrm>
              <a:off x="17320259" y="3466744"/>
              <a:ext cx="304165" cy="304165"/>
            </a:xfrm>
            <a:custGeom>
              <a:avLst/>
              <a:gdLst/>
              <a:ahLst/>
              <a:cxnLst/>
              <a:rect l="l" t="t" r="r" b="b"/>
              <a:pathLst>
                <a:path w="304165" h="304164">
                  <a:moveTo>
                    <a:pt x="159893" y="0"/>
                  </a:moveTo>
                  <a:lnTo>
                    <a:pt x="144018" y="0"/>
                  </a:lnTo>
                  <a:lnTo>
                    <a:pt x="136144" y="723"/>
                  </a:lnTo>
                  <a:lnTo>
                    <a:pt x="97282" y="10083"/>
                  </a:lnTo>
                  <a:lnTo>
                    <a:pt x="62611" y="28803"/>
                  </a:lnTo>
                  <a:lnTo>
                    <a:pt x="44704" y="44640"/>
                  </a:lnTo>
                  <a:lnTo>
                    <a:pt x="38862" y="50393"/>
                  </a:lnTo>
                  <a:lnTo>
                    <a:pt x="33909" y="56159"/>
                  </a:lnTo>
                  <a:lnTo>
                    <a:pt x="28829" y="62636"/>
                  </a:lnTo>
                  <a:lnTo>
                    <a:pt x="20193" y="75603"/>
                  </a:lnTo>
                  <a:lnTo>
                    <a:pt x="16637" y="82804"/>
                  </a:lnTo>
                  <a:lnTo>
                    <a:pt x="12954" y="89992"/>
                  </a:lnTo>
                  <a:lnTo>
                    <a:pt x="10160" y="97205"/>
                  </a:lnTo>
                  <a:lnTo>
                    <a:pt x="7239" y="105117"/>
                  </a:lnTo>
                  <a:lnTo>
                    <a:pt x="5080" y="112318"/>
                  </a:lnTo>
                  <a:lnTo>
                    <a:pt x="3683" y="120243"/>
                  </a:lnTo>
                  <a:lnTo>
                    <a:pt x="2159" y="128155"/>
                  </a:lnTo>
                  <a:lnTo>
                    <a:pt x="762" y="136080"/>
                  </a:lnTo>
                  <a:lnTo>
                    <a:pt x="0" y="143992"/>
                  </a:lnTo>
                  <a:lnTo>
                    <a:pt x="0" y="151917"/>
                  </a:lnTo>
                  <a:lnTo>
                    <a:pt x="0" y="159842"/>
                  </a:lnTo>
                  <a:lnTo>
                    <a:pt x="762" y="167754"/>
                  </a:lnTo>
                  <a:lnTo>
                    <a:pt x="2159" y="175679"/>
                  </a:lnTo>
                  <a:lnTo>
                    <a:pt x="5080" y="190804"/>
                  </a:lnTo>
                  <a:lnTo>
                    <a:pt x="8001" y="198716"/>
                  </a:lnTo>
                  <a:lnTo>
                    <a:pt x="10160" y="205917"/>
                  </a:lnTo>
                  <a:lnTo>
                    <a:pt x="13716" y="213118"/>
                  </a:lnTo>
                  <a:lnTo>
                    <a:pt x="16637" y="220319"/>
                  </a:lnTo>
                  <a:lnTo>
                    <a:pt x="20955" y="227520"/>
                  </a:lnTo>
                  <a:lnTo>
                    <a:pt x="44704" y="259194"/>
                  </a:lnTo>
                  <a:lnTo>
                    <a:pt x="56896" y="269278"/>
                  </a:lnTo>
                  <a:lnTo>
                    <a:pt x="62611" y="274320"/>
                  </a:lnTo>
                  <a:lnTo>
                    <a:pt x="97917" y="293039"/>
                  </a:lnTo>
                  <a:lnTo>
                    <a:pt x="105156" y="295910"/>
                  </a:lnTo>
                  <a:lnTo>
                    <a:pt x="113030" y="298069"/>
                  </a:lnTo>
                  <a:lnTo>
                    <a:pt x="120269" y="299516"/>
                  </a:lnTo>
                  <a:lnTo>
                    <a:pt x="136144" y="302399"/>
                  </a:lnTo>
                  <a:lnTo>
                    <a:pt x="144018" y="303110"/>
                  </a:lnTo>
                  <a:lnTo>
                    <a:pt x="151892" y="303110"/>
                  </a:lnTo>
                  <a:lnTo>
                    <a:pt x="151892" y="303834"/>
                  </a:lnTo>
                  <a:lnTo>
                    <a:pt x="159893" y="303834"/>
                  </a:lnTo>
                  <a:lnTo>
                    <a:pt x="167767" y="303110"/>
                  </a:lnTo>
                  <a:lnTo>
                    <a:pt x="183642" y="300240"/>
                  </a:lnTo>
                  <a:lnTo>
                    <a:pt x="190881" y="298792"/>
                  </a:lnTo>
                  <a:lnTo>
                    <a:pt x="198755" y="295910"/>
                  </a:lnTo>
                  <a:lnTo>
                    <a:pt x="205994" y="293763"/>
                  </a:lnTo>
                  <a:lnTo>
                    <a:pt x="213106" y="290156"/>
                  </a:lnTo>
                  <a:lnTo>
                    <a:pt x="220345" y="287274"/>
                  </a:lnTo>
                  <a:lnTo>
                    <a:pt x="227584" y="282956"/>
                  </a:lnTo>
                  <a:lnTo>
                    <a:pt x="234061" y="279361"/>
                  </a:lnTo>
                  <a:lnTo>
                    <a:pt x="241173" y="274320"/>
                  </a:lnTo>
                  <a:lnTo>
                    <a:pt x="247015" y="269989"/>
                  </a:lnTo>
                  <a:lnTo>
                    <a:pt x="253492" y="264236"/>
                  </a:lnTo>
                  <a:lnTo>
                    <a:pt x="259207" y="259194"/>
                  </a:lnTo>
                  <a:lnTo>
                    <a:pt x="264287" y="253441"/>
                  </a:lnTo>
                  <a:lnTo>
                    <a:pt x="269240" y="246951"/>
                  </a:lnTo>
                  <a:lnTo>
                    <a:pt x="274320" y="241198"/>
                  </a:lnTo>
                  <a:lnTo>
                    <a:pt x="293116" y="205917"/>
                  </a:lnTo>
                  <a:lnTo>
                    <a:pt x="295910" y="198716"/>
                  </a:lnTo>
                  <a:lnTo>
                    <a:pt x="298069" y="190804"/>
                  </a:lnTo>
                  <a:lnTo>
                    <a:pt x="299593" y="183603"/>
                  </a:lnTo>
                  <a:lnTo>
                    <a:pt x="302387" y="167754"/>
                  </a:lnTo>
                  <a:lnTo>
                    <a:pt x="303149" y="159842"/>
                  </a:lnTo>
                  <a:lnTo>
                    <a:pt x="303149" y="151917"/>
                  </a:lnTo>
                  <a:lnTo>
                    <a:pt x="303911" y="151917"/>
                  </a:lnTo>
                  <a:lnTo>
                    <a:pt x="303911" y="143992"/>
                  </a:lnTo>
                  <a:lnTo>
                    <a:pt x="303149" y="136080"/>
                  </a:lnTo>
                  <a:lnTo>
                    <a:pt x="301752" y="128155"/>
                  </a:lnTo>
                  <a:lnTo>
                    <a:pt x="300228" y="120243"/>
                  </a:lnTo>
                  <a:lnTo>
                    <a:pt x="298831" y="112318"/>
                  </a:lnTo>
                  <a:lnTo>
                    <a:pt x="283718" y="76314"/>
                  </a:lnTo>
                  <a:lnTo>
                    <a:pt x="253492" y="38874"/>
                  </a:lnTo>
                  <a:lnTo>
                    <a:pt x="221107" y="16560"/>
                  </a:lnTo>
                  <a:lnTo>
                    <a:pt x="167767" y="723"/>
                  </a:lnTo>
                  <a:lnTo>
                    <a:pt x="159893" y="0"/>
                  </a:lnTo>
                  <a:close/>
                </a:path>
              </a:pathLst>
            </a:custGeom>
            <a:solidFill>
              <a:srgbClr val="959595"/>
            </a:solidFill>
          </p:spPr>
          <p:txBody>
            <a:bodyPr wrap="square" lIns="0" tIns="0" rIns="0" bIns="0" rtlCol="0"/>
            <a:lstStyle/>
            <a:p>
              <a:endParaRPr/>
            </a:p>
          </p:txBody>
        </p:sp>
        <p:sp>
          <p:nvSpPr>
            <p:cNvPr id="5" name="object 5"/>
            <p:cNvSpPr/>
            <p:nvPr/>
          </p:nvSpPr>
          <p:spPr>
            <a:xfrm>
              <a:off x="17320219" y="3466722"/>
              <a:ext cx="304165" cy="304165"/>
            </a:xfrm>
            <a:custGeom>
              <a:avLst/>
              <a:gdLst/>
              <a:ahLst/>
              <a:cxnLst/>
              <a:rect l="l" t="t" r="r" b="b"/>
              <a:pathLst>
                <a:path w="304165" h="304164">
                  <a:moveTo>
                    <a:pt x="0" y="151920"/>
                  </a:moveTo>
                  <a:lnTo>
                    <a:pt x="0" y="143995"/>
                  </a:lnTo>
                  <a:lnTo>
                    <a:pt x="761" y="136083"/>
                  </a:lnTo>
                  <a:lnTo>
                    <a:pt x="2158" y="128158"/>
                  </a:lnTo>
                  <a:lnTo>
                    <a:pt x="3682" y="120233"/>
                  </a:lnTo>
                  <a:lnTo>
                    <a:pt x="5079" y="112321"/>
                  </a:lnTo>
                  <a:lnTo>
                    <a:pt x="7238" y="105120"/>
                  </a:lnTo>
                  <a:lnTo>
                    <a:pt x="10159" y="97195"/>
                  </a:lnTo>
                  <a:lnTo>
                    <a:pt x="12953" y="89993"/>
                  </a:lnTo>
                  <a:lnTo>
                    <a:pt x="16636" y="82792"/>
                  </a:lnTo>
                  <a:lnTo>
                    <a:pt x="20192" y="75604"/>
                  </a:lnTo>
                  <a:lnTo>
                    <a:pt x="44703" y="44641"/>
                  </a:lnTo>
                  <a:lnTo>
                    <a:pt x="50418" y="38875"/>
                  </a:lnTo>
                  <a:lnTo>
                    <a:pt x="82802" y="16561"/>
                  </a:lnTo>
                  <a:lnTo>
                    <a:pt x="120266" y="3606"/>
                  </a:lnTo>
                  <a:lnTo>
                    <a:pt x="128267" y="2159"/>
                  </a:lnTo>
                  <a:lnTo>
                    <a:pt x="136141" y="723"/>
                  </a:lnTo>
                  <a:lnTo>
                    <a:pt x="144015" y="0"/>
                  </a:lnTo>
                  <a:lnTo>
                    <a:pt x="152016" y="0"/>
                  </a:lnTo>
                  <a:lnTo>
                    <a:pt x="159890" y="0"/>
                  </a:lnTo>
                  <a:lnTo>
                    <a:pt x="167764" y="723"/>
                  </a:lnTo>
                  <a:lnTo>
                    <a:pt x="175765" y="2159"/>
                  </a:lnTo>
                  <a:lnTo>
                    <a:pt x="183638" y="3606"/>
                  </a:lnTo>
                  <a:lnTo>
                    <a:pt x="191512" y="5042"/>
                  </a:lnTo>
                  <a:lnTo>
                    <a:pt x="198751" y="7201"/>
                  </a:lnTo>
                  <a:lnTo>
                    <a:pt x="206625" y="10084"/>
                  </a:lnTo>
                  <a:lnTo>
                    <a:pt x="213864" y="12954"/>
                  </a:lnTo>
                  <a:lnTo>
                    <a:pt x="221103" y="16561"/>
                  </a:lnTo>
                  <a:lnTo>
                    <a:pt x="228342" y="20155"/>
                  </a:lnTo>
                  <a:lnTo>
                    <a:pt x="259202" y="44641"/>
                  </a:lnTo>
                  <a:lnTo>
                    <a:pt x="265044" y="50394"/>
                  </a:lnTo>
                  <a:lnTo>
                    <a:pt x="287269" y="82792"/>
                  </a:lnTo>
                  <a:lnTo>
                    <a:pt x="300222" y="120233"/>
                  </a:lnTo>
                  <a:lnTo>
                    <a:pt x="301746" y="128158"/>
                  </a:lnTo>
                  <a:lnTo>
                    <a:pt x="303143" y="136083"/>
                  </a:lnTo>
                  <a:lnTo>
                    <a:pt x="303905" y="143995"/>
                  </a:lnTo>
                  <a:lnTo>
                    <a:pt x="303905" y="151920"/>
                  </a:lnTo>
                  <a:lnTo>
                    <a:pt x="303143" y="151920"/>
                  </a:lnTo>
                  <a:lnTo>
                    <a:pt x="303143" y="159832"/>
                  </a:lnTo>
                  <a:lnTo>
                    <a:pt x="295904" y="198720"/>
                  </a:lnTo>
                  <a:lnTo>
                    <a:pt x="293111" y="205921"/>
                  </a:lnTo>
                  <a:lnTo>
                    <a:pt x="290190" y="213834"/>
                  </a:lnTo>
                  <a:lnTo>
                    <a:pt x="269362" y="246956"/>
                  </a:lnTo>
                  <a:lnTo>
                    <a:pt x="264282" y="253433"/>
                  </a:lnTo>
                  <a:lnTo>
                    <a:pt x="259202" y="259199"/>
                  </a:lnTo>
                  <a:lnTo>
                    <a:pt x="253487" y="264228"/>
                  </a:lnTo>
                  <a:lnTo>
                    <a:pt x="247010" y="269994"/>
                  </a:lnTo>
                  <a:lnTo>
                    <a:pt x="241295" y="274312"/>
                  </a:lnTo>
                  <a:lnTo>
                    <a:pt x="234057" y="279354"/>
                  </a:lnTo>
                  <a:lnTo>
                    <a:pt x="227580" y="282961"/>
                  </a:lnTo>
                  <a:lnTo>
                    <a:pt x="220341" y="287279"/>
                  </a:lnTo>
                  <a:lnTo>
                    <a:pt x="213102" y="290149"/>
                  </a:lnTo>
                  <a:lnTo>
                    <a:pt x="205990" y="293756"/>
                  </a:lnTo>
                  <a:lnTo>
                    <a:pt x="198751" y="295915"/>
                  </a:lnTo>
                  <a:lnTo>
                    <a:pt x="159890" y="303840"/>
                  </a:lnTo>
                  <a:lnTo>
                    <a:pt x="152016" y="303840"/>
                  </a:lnTo>
                  <a:lnTo>
                    <a:pt x="152016" y="303116"/>
                  </a:lnTo>
                  <a:lnTo>
                    <a:pt x="144015" y="303116"/>
                  </a:lnTo>
                  <a:lnTo>
                    <a:pt x="136141" y="302393"/>
                  </a:lnTo>
                  <a:lnTo>
                    <a:pt x="128267" y="300957"/>
                  </a:lnTo>
                  <a:lnTo>
                    <a:pt x="120266" y="299522"/>
                  </a:lnTo>
                  <a:lnTo>
                    <a:pt x="113155" y="298074"/>
                  </a:lnTo>
                  <a:lnTo>
                    <a:pt x="105154" y="295915"/>
                  </a:lnTo>
                  <a:lnTo>
                    <a:pt x="97915" y="293032"/>
                  </a:lnTo>
                  <a:lnTo>
                    <a:pt x="90041" y="290149"/>
                  </a:lnTo>
                  <a:lnTo>
                    <a:pt x="56895" y="269270"/>
                  </a:lnTo>
                  <a:lnTo>
                    <a:pt x="50418" y="264228"/>
                  </a:lnTo>
                  <a:lnTo>
                    <a:pt x="44703" y="259199"/>
                  </a:lnTo>
                  <a:lnTo>
                    <a:pt x="39623" y="253433"/>
                  </a:lnTo>
                  <a:lnTo>
                    <a:pt x="33908" y="246956"/>
                  </a:lnTo>
                  <a:lnTo>
                    <a:pt x="29590" y="241190"/>
                  </a:lnTo>
                  <a:lnTo>
                    <a:pt x="24510" y="234002"/>
                  </a:lnTo>
                  <a:lnTo>
                    <a:pt x="20954" y="227525"/>
                  </a:lnTo>
                  <a:lnTo>
                    <a:pt x="16636" y="220311"/>
                  </a:lnTo>
                  <a:lnTo>
                    <a:pt x="13715" y="213122"/>
                  </a:lnTo>
                  <a:lnTo>
                    <a:pt x="10159" y="205921"/>
                  </a:lnTo>
                  <a:lnTo>
                    <a:pt x="8000" y="198720"/>
                  </a:lnTo>
                  <a:lnTo>
                    <a:pt x="0" y="159832"/>
                  </a:lnTo>
                  <a:lnTo>
                    <a:pt x="0" y="151920"/>
                  </a:lnTo>
                  <a:close/>
                </a:path>
              </a:pathLst>
            </a:custGeom>
            <a:ln w="18719">
              <a:solidFill>
                <a:srgbClr val="959595"/>
              </a:solidFill>
            </a:ln>
          </p:spPr>
          <p:txBody>
            <a:bodyPr wrap="square" lIns="0" tIns="0" rIns="0" bIns="0" rtlCol="0"/>
            <a:lstStyle/>
            <a:p>
              <a:endParaRPr/>
            </a:p>
          </p:txBody>
        </p:sp>
      </p:grpSp>
      <p:grpSp>
        <p:nvGrpSpPr>
          <p:cNvPr id="6" name="object 6"/>
          <p:cNvGrpSpPr/>
          <p:nvPr/>
        </p:nvGrpSpPr>
        <p:grpSpPr>
          <a:xfrm>
            <a:off x="-19078" y="8342270"/>
            <a:ext cx="1062355" cy="1963420"/>
            <a:chOff x="-19078" y="8342270"/>
            <a:chExt cx="1062355" cy="1963420"/>
          </a:xfrm>
        </p:grpSpPr>
        <p:sp>
          <p:nvSpPr>
            <p:cNvPr id="7" name="object 7"/>
            <p:cNvSpPr/>
            <p:nvPr/>
          </p:nvSpPr>
          <p:spPr>
            <a:xfrm>
              <a:off x="-14" y="9286510"/>
              <a:ext cx="998219" cy="1000125"/>
            </a:xfrm>
            <a:custGeom>
              <a:avLst/>
              <a:gdLst/>
              <a:ahLst/>
              <a:cxnLst/>
              <a:rect l="l" t="t" r="r" b="b"/>
              <a:pathLst>
                <a:path w="998219" h="1000125">
                  <a:moveTo>
                    <a:pt x="500360" y="0"/>
                  </a:moveTo>
                  <a:lnTo>
                    <a:pt x="497803" y="44261"/>
                  </a:lnTo>
                  <a:lnTo>
                    <a:pt x="490340" y="88163"/>
                  </a:lnTo>
                  <a:lnTo>
                    <a:pt x="478279" y="131405"/>
                  </a:lnTo>
                  <a:lnTo>
                    <a:pt x="461930" y="173688"/>
                  </a:lnTo>
                  <a:lnTo>
                    <a:pt x="441602" y="214712"/>
                  </a:lnTo>
                  <a:lnTo>
                    <a:pt x="417606" y="254178"/>
                  </a:lnTo>
                  <a:lnTo>
                    <a:pt x="390250" y="291784"/>
                  </a:lnTo>
                  <a:lnTo>
                    <a:pt x="359844" y="327232"/>
                  </a:lnTo>
                  <a:lnTo>
                    <a:pt x="326697" y="360221"/>
                  </a:lnTo>
                  <a:lnTo>
                    <a:pt x="291119" y="390453"/>
                  </a:lnTo>
                  <a:lnTo>
                    <a:pt x="253420" y="417626"/>
                  </a:lnTo>
                  <a:lnTo>
                    <a:pt x="213908" y="441441"/>
                  </a:lnTo>
                  <a:lnTo>
                    <a:pt x="172894" y="461599"/>
                  </a:lnTo>
                  <a:lnTo>
                    <a:pt x="130686" y="477799"/>
                  </a:lnTo>
                  <a:lnTo>
                    <a:pt x="87595" y="489742"/>
                  </a:lnTo>
                  <a:lnTo>
                    <a:pt x="43930" y="497127"/>
                  </a:lnTo>
                  <a:lnTo>
                    <a:pt x="0" y="499656"/>
                  </a:lnTo>
                  <a:lnTo>
                    <a:pt x="43930" y="502184"/>
                  </a:lnTo>
                  <a:lnTo>
                    <a:pt x="87595" y="509571"/>
                  </a:lnTo>
                  <a:lnTo>
                    <a:pt x="130686" y="521516"/>
                  </a:lnTo>
                  <a:lnTo>
                    <a:pt x="172894" y="537722"/>
                  </a:lnTo>
                  <a:lnTo>
                    <a:pt x="213908" y="557888"/>
                  </a:lnTo>
                  <a:lnTo>
                    <a:pt x="253420" y="581717"/>
                  </a:lnTo>
                  <a:lnTo>
                    <a:pt x="291119" y="608909"/>
                  </a:lnTo>
                  <a:lnTo>
                    <a:pt x="326697" y="639165"/>
                  </a:lnTo>
                  <a:lnTo>
                    <a:pt x="359844" y="672186"/>
                  </a:lnTo>
                  <a:lnTo>
                    <a:pt x="390250" y="707674"/>
                  </a:lnTo>
                  <a:lnTo>
                    <a:pt x="417606" y="745328"/>
                  </a:lnTo>
                  <a:lnTo>
                    <a:pt x="441602" y="784852"/>
                  </a:lnTo>
                  <a:lnTo>
                    <a:pt x="461930" y="825944"/>
                  </a:lnTo>
                  <a:lnTo>
                    <a:pt x="478279" y="868308"/>
                  </a:lnTo>
                  <a:lnTo>
                    <a:pt x="490340" y="911642"/>
                  </a:lnTo>
                  <a:lnTo>
                    <a:pt x="497803" y="955650"/>
                  </a:lnTo>
                  <a:lnTo>
                    <a:pt x="500360" y="1000031"/>
                  </a:lnTo>
                  <a:lnTo>
                    <a:pt x="502895" y="955650"/>
                  </a:lnTo>
                  <a:lnTo>
                    <a:pt x="510296" y="911642"/>
                  </a:lnTo>
                  <a:lnTo>
                    <a:pt x="522259" y="868308"/>
                  </a:lnTo>
                  <a:lnTo>
                    <a:pt x="538479" y="825944"/>
                  </a:lnTo>
                  <a:lnTo>
                    <a:pt x="558649" y="784852"/>
                  </a:lnTo>
                  <a:lnTo>
                    <a:pt x="582466" y="745328"/>
                  </a:lnTo>
                  <a:lnTo>
                    <a:pt x="609623" y="707674"/>
                  </a:lnTo>
                  <a:lnTo>
                    <a:pt x="639817" y="672186"/>
                  </a:lnTo>
                  <a:lnTo>
                    <a:pt x="672742" y="639165"/>
                  </a:lnTo>
                  <a:lnTo>
                    <a:pt x="708092" y="608909"/>
                  </a:lnTo>
                  <a:lnTo>
                    <a:pt x="745563" y="581717"/>
                  </a:lnTo>
                  <a:lnTo>
                    <a:pt x="784850" y="557888"/>
                  </a:lnTo>
                  <a:lnTo>
                    <a:pt x="825648" y="537722"/>
                  </a:lnTo>
                  <a:lnTo>
                    <a:pt x="867651" y="521516"/>
                  </a:lnTo>
                  <a:lnTo>
                    <a:pt x="910554" y="509571"/>
                  </a:lnTo>
                  <a:lnTo>
                    <a:pt x="954053" y="502184"/>
                  </a:lnTo>
                  <a:lnTo>
                    <a:pt x="997842" y="499656"/>
                  </a:lnTo>
                  <a:lnTo>
                    <a:pt x="954053" y="497127"/>
                  </a:lnTo>
                  <a:lnTo>
                    <a:pt x="910554" y="489742"/>
                  </a:lnTo>
                  <a:lnTo>
                    <a:pt x="867651" y="477799"/>
                  </a:lnTo>
                  <a:lnTo>
                    <a:pt x="825648" y="461599"/>
                  </a:lnTo>
                  <a:lnTo>
                    <a:pt x="784850" y="441441"/>
                  </a:lnTo>
                  <a:lnTo>
                    <a:pt x="745563" y="417626"/>
                  </a:lnTo>
                  <a:lnTo>
                    <a:pt x="708092" y="390453"/>
                  </a:lnTo>
                  <a:lnTo>
                    <a:pt x="672742" y="360221"/>
                  </a:lnTo>
                  <a:lnTo>
                    <a:pt x="639817" y="327232"/>
                  </a:lnTo>
                  <a:lnTo>
                    <a:pt x="609623" y="291784"/>
                  </a:lnTo>
                  <a:lnTo>
                    <a:pt x="582466" y="254178"/>
                  </a:lnTo>
                  <a:lnTo>
                    <a:pt x="558649" y="214712"/>
                  </a:lnTo>
                  <a:lnTo>
                    <a:pt x="538479" y="173688"/>
                  </a:lnTo>
                  <a:lnTo>
                    <a:pt x="522259" y="131405"/>
                  </a:lnTo>
                  <a:lnTo>
                    <a:pt x="510296" y="88163"/>
                  </a:lnTo>
                  <a:lnTo>
                    <a:pt x="502895" y="44261"/>
                  </a:lnTo>
                  <a:lnTo>
                    <a:pt x="500360" y="0"/>
                  </a:lnTo>
                  <a:close/>
                </a:path>
              </a:pathLst>
            </a:custGeom>
            <a:solidFill>
              <a:srgbClr val="36D636"/>
            </a:solidFill>
          </p:spPr>
          <p:txBody>
            <a:bodyPr wrap="square" lIns="0" tIns="0" rIns="0" bIns="0" rtlCol="0"/>
            <a:lstStyle/>
            <a:p>
              <a:endParaRPr/>
            </a:p>
          </p:txBody>
        </p:sp>
        <p:sp>
          <p:nvSpPr>
            <p:cNvPr id="8" name="object 8"/>
            <p:cNvSpPr/>
            <p:nvPr/>
          </p:nvSpPr>
          <p:spPr>
            <a:xfrm>
              <a:off x="-14" y="9286505"/>
              <a:ext cx="998219" cy="1000125"/>
            </a:xfrm>
            <a:custGeom>
              <a:avLst/>
              <a:gdLst/>
              <a:ahLst/>
              <a:cxnLst/>
              <a:rect l="l" t="t" r="r" b="b"/>
              <a:pathLst>
                <a:path w="998219" h="1000125">
                  <a:moveTo>
                    <a:pt x="500360" y="0"/>
                  </a:moveTo>
                  <a:lnTo>
                    <a:pt x="502895" y="44261"/>
                  </a:lnTo>
                  <a:lnTo>
                    <a:pt x="510297" y="88163"/>
                  </a:lnTo>
                  <a:lnTo>
                    <a:pt x="522259" y="131406"/>
                  </a:lnTo>
                  <a:lnTo>
                    <a:pt x="538479" y="173689"/>
                  </a:lnTo>
                  <a:lnTo>
                    <a:pt x="558649" y="214713"/>
                  </a:lnTo>
                  <a:lnTo>
                    <a:pt x="582466" y="254179"/>
                  </a:lnTo>
                  <a:lnTo>
                    <a:pt x="609623" y="291785"/>
                  </a:lnTo>
                  <a:lnTo>
                    <a:pt x="639817" y="327233"/>
                  </a:lnTo>
                  <a:lnTo>
                    <a:pt x="672742" y="360223"/>
                  </a:lnTo>
                  <a:lnTo>
                    <a:pt x="708092" y="390455"/>
                  </a:lnTo>
                  <a:lnTo>
                    <a:pt x="745563" y="417628"/>
                  </a:lnTo>
                  <a:lnTo>
                    <a:pt x="784850" y="441443"/>
                  </a:lnTo>
                  <a:lnTo>
                    <a:pt x="825648" y="461601"/>
                  </a:lnTo>
                  <a:lnTo>
                    <a:pt x="867651" y="477801"/>
                  </a:lnTo>
                  <a:lnTo>
                    <a:pt x="910554" y="489744"/>
                  </a:lnTo>
                  <a:lnTo>
                    <a:pt x="954053" y="497129"/>
                  </a:lnTo>
                  <a:lnTo>
                    <a:pt x="997842" y="499658"/>
                  </a:lnTo>
                  <a:lnTo>
                    <a:pt x="954053" y="502187"/>
                  </a:lnTo>
                  <a:lnTo>
                    <a:pt x="910554" y="509573"/>
                  </a:lnTo>
                  <a:lnTo>
                    <a:pt x="867651" y="521519"/>
                  </a:lnTo>
                  <a:lnTo>
                    <a:pt x="825648" y="537724"/>
                  </a:lnTo>
                  <a:lnTo>
                    <a:pt x="784850" y="557891"/>
                  </a:lnTo>
                  <a:lnTo>
                    <a:pt x="745563" y="581720"/>
                  </a:lnTo>
                  <a:lnTo>
                    <a:pt x="708092" y="608912"/>
                  </a:lnTo>
                  <a:lnTo>
                    <a:pt x="672742" y="639168"/>
                  </a:lnTo>
                  <a:lnTo>
                    <a:pt x="639817" y="672189"/>
                  </a:lnTo>
                  <a:lnTo>
                    <a:pt x="609623" y="707677"/>
                  </a:lnTo>
                  <a:lnTo>
                    <a:pt x="582466" y="745332"/>
                  </a:lnTo>
                  <a:lnTo>
                    <a:pt x="558649" y="784855"/>
                  </a:lnTo>
                  <a:lnTo>
                    <a:pt x="538479" y="825948"/>
                  </a:lnTo>
                  <a:lnTo>
                    <a:pt x="522259" y="868312"/>
                  </a:lnTo>
                  <a:lnTo>
                    <a:pt x="510297" y="911647"/>
                  </a:lnTo>
                  <a:lnTo>
                    <a:pt x="502895" y="955654"/>
                  </a:lnTo>
                  <a:lnTo>
                    <a:pt x="500360" y="1000036"/>
                  </a:lnTo>
                  <a:lnTo>
                    <a:pt x="497804" y="955654"/>
                  </a:lnTo>
                  <a:lnTo>
                    <a:pt x="490340" y="911647"/>
                  </a:lnTo>
                  <a:lnTo>
                    <a:pt x="478279" y="868312"/>
                  </a:lnTo>
                  <a:lnTo>
                    <a:pt x="461930" y="825948"/>
                  </a:lnTo>
                  <a:lnTo>
                    <a:pt x="441603" y="784855"/>
                  </a:lnTo>
                  <a:lnTo>
                    <a:pt x="417606" y="745332"/>
                  </a:lnTo>
                  <a:lnTo>
                    <a:pt x="390250" y="707677"/>
                  </a:lnTo>
                  <a:lnTo>
                    <a:pt x="359844" y="672189"/>
                  </a:lnTo>
                  <a:lnTo>
                    <a:pt x="326697" y="639168"/>
                  </a:lnTo>
                  <a:lnTo>
                    <a:pt x="291119" y="608912"/>
                  </a:lnTo>
                  <a:lnTo>
                    <a:pt x="253420" y="581720"/>
                  </a:lnTo>
                  <a:lnTo>
                    <a:pt x="213908" y="557891"/>
                  </a:lnTo>
                  <a:lnTo>
                    <a:pt x="172894" y="537724"/>
                  </a:lnTo>
                  <a:lnTo>
                    <a:pt x="130687" y="521519"/>
                  </a:lnTo>
                  <a:lnTo>
                    <a:pt x="87595" y="509573"/>
                  </a:lnTo>
                  <a:lnTo>
                    <a:pt x="43930" y="502187"/>
                  </a:lnTo>
                  <a:lnTo>
                    <a:pt x="0" y="499658"/>
                  </a:lnTo>
                  <a:lnTo>
                    <a:pt x="43930" y="497129"/>
                  </a:lnTo>
                  <a:lnTo>
                    <a:pt x="87595" y="489744"/>
                  </a:lnTo>
                  <a:lnTo>
                    <a:pt x="130687" y="477801"/>
                  </a:lnTo>
                  <a:lnTo>
                    <a:pt x="172894" y="461601"/>
                  </a:lnTo>
                  <a:lnTo>
                    <a:pt x="213908" y="441443"/>
                  </a:lnTo>
                  <a:lnTo>
                    <a:pt x="253420" y="417628"/>
                  </a:lnTo>
                  <a:lnTo>
                    <a:pt x="291119" y="390455"/>
                  </a:lnTo>
                  <a:lnTo>
                    <a:pt x="326697" y="360223"/>
                  </a:lnTo>
                  <a:lnTo>
                    <a:pt x="359844" y="327233"/>
                  </a:lnTo>
                  <a:lnTo>
                    <a:pt x="390250" y="291785"/>
                  </a:lnTo>
                  <a:lnTo>
                    <a:pt x="417606" y="254179"/>
                  </a:lnTo>
                  <a:lnTo>
                    <a:pt x="441603" y="214713"/>
                  </a:lnTo>
                  <a:lnTo>
                    <a:pt x="461930" y="173689"/>
                  </a:lnTo>
                  <a:lnTo>
                    <a:pt x="478279" y="131406"/>
                  </a:lnTo>
                  <a:lnTo>
                    <a:pt x="490340" y="88163"/>
                  </a:lnTo>
                  <a:lnTo>
                    <a:pt x="497804" y="44261"/>
                  </a:lnTo>
                  <a:lnTo>
                    <a:pt x="500360" y="0"/>
                  </a:lnTo>
                  <a:close/>
                </a:path>
              </a:pathLst>
            </a:custGeom>
            <a:ln w="18718">
              <a:solidFill>
                <a:srgbClr val="36D636"/>
              </a:solidFill>
            </a:ln>
          </p:spPr>
          <p:txBody>
            <a:bodyPr wrap="square" lIns="0" tIns="0" rIns="0" bIns="0" rtlCol="0"/>
            <a:lstStyle/>
            <a:p>
              <a:endParaRPr/>
            </a:p>
          </p:txBody>
        </p:sp>
        <p:sp>
          <p:nvSpPr>
            <p:cNvPr id="9" name="object 9"/>
            <p:cNvSpPr/>
            <p:nvPr/>
          </p:nvSpPr>
          <p:spPr>
            <a:xfrm>
              <a:off x="-14" y="8360638"/>
              <a:ext cx="998219" cy="1000125"/>
            </a:xfrm>
            <a:custGeom>
              <a:avLst/>
              <a:gdLst/>
              <a:ahLst/>
              <a:cxnLst/>
              <a:rect l="l" t="t" r="r" b="b"/>
              <a:pathLst>
                <a:path w="998219" h="1000125">
                  <a:moveTo>
                    <a:pt x="500360" y="0"/>
                  </a:moveTo>
                  <a:lnTo>
                    <a:pt x="497803" y="44261"/>
                  </a:lnTo>
                  <a:lnTo>
                    <a:pt x="490340" y="88163"/>
                  </a:lnTo>
                  <a:lnTo>
                    <a:pt x="478279" y="131406"/>
                  </a:lnTo>
                  <a:lnTo>
                    <a:pt x="461930" y="173689"/>
                  </a:lnTo>
                  <a:lnTo>
                    <a:pt x="441602" y="214713"/>
                  </a:lnTo>
                  <a:lnTo>
                    <a:pt x="417606" y="254179"/>
                  </a:lnTo>
                  <a:lnTo>
                    <a:pt x="390250" y="291785"/>
                  </a:lnTo>
                  <a:lnTo>
                    <a:pt x="359844" y="327233"/>
                  </a:lnTo>
                  <a:lnTo>
                    <a:pt x="326697" y="360222"/>
                  </a:lnTo>
                  <a:lnTo>
                    <a:pt x="291119" y="390453"/>
                  </a:lnTo>
                  <a:lnTo>
                    <a:pt x="253420" y="417627"/>
                  </a:lnTo>
                  <a:lnTo>
                    <a:pt x="213908" y="441442"/>
                  </a:lnTo>
                  <a:lnTo>
                    <a:pt x="172894" y="461599"/>
                  </a:lnTo>
                  <a:lnTo>
                    <a:pt x="130686" y="477799"/>
                  </a:lnTo>
                  <a:lnTo>
                    <a:pt x="87595" y="489742"/>
                  </a:lnTo>
                  <a:lnTo>
                    <a:pt x="43930" y="497127"/>
                  </a:lnTo>
                  <a:lnTo>
                    <a:pt x="0" y="499656"/>
                  </a:lnTo>
                  <a:lnTo>
                    <a:pt x="43930" y="502184"/>
                  </a:lnTo>
                  <a:lnTo>
                    <a:pt x="87595" y="509571"/>
                  </a:lnTo>
                  <a:lnTo>
                    <a:pt x="130686" y="521516"/>
                  </a:lnTo>
                  <a:lnTo>
                    <a:pt x="172894" y="537721"/>
                  </a:lnTo>
                  <a:lnTo>
                    <a:pt x="213908" y="557888"/>
                  </a:lnTo>
                  <a:lnTo>
                    <a:pt x="253420" y="581716"/>
                  </a:lnTo>
                  <a:lnTo>
                    <a:pt x="291119" y="608908"/>
                  </a:lnTo>
                  <a:lnTo>
                    <a:pt x="326697" y="639164"/>
                  </a:lnTo>
                  <a:lnTo>
                    <a:pt x="359844" y="672185"/>
                  </a:lnTo>
                  <a:lnTo>
                    <a:pt x="390250" y="707672"/>
                  </a:lnTo>
                  <a:lnTo>
                    <a:pt x="417606" y="745327"/>
                  </a:lnTo>
                  <a:lnTo>
                    <a:pt x="441602" y="784850"/>
                  </a:lnTo>
                  <a:lnTo>
                    <a:pt x="461930" y="825942"/>
                  </a:lnTo>
                  <a:lnTo>
                    <a:pt x="478279" y="868305"/>
                  </a:lnTo>
                  <a:lnTo>
                    <a:pt x="490340" y="911640"/>
                  </a:lnTo>
                  <a:lnTo>
                    <a:pt x="497803" y="955647"/>
                  </a:lnTo>
                  <a:lnTo>
                    <a:pt x="500360" y="1000028"/>
                  </a:lnTo>
                  <a:lnTo>
                    <a:pt x="502895" y="955647"/>
                  </a:lnTo>
                  <a:lnTo>
                    <a:pt x="510296" y="911640"/>
                  </a:lnTo>
                  <a:lnTo>
                    <a:pt x="522259" y="868305"/>
                  </a:lnTo>
                  <a:lnTo>
                    <a:pt x="538479" y="825942"/>
                  </a:lnTo>
                  <a:lnTo>
                    <a:pt x="558649" y="784850"/>
                  </a:lnTo>
                  <a:lnTo>
                    <a:pt x="582466" y="745327"/>
                  </a:lnTo>
                  <a:lnTo>
                    <a:pt x="609623" y="707672"/>
                  </a:lnTo>
                  <a:lnTo>
                    <a:pt x="639817" y="672185"/>
                  </a:lnTo>
                  <a:lnTo>
                    <a:pt x="672742" y="639164"/>
                  </a:lnTo>
                  <a:lnTo>
                    <a:pt x="708092" y="608908"/>
                  </a:lnTo>
                  <a:lnTo>
                    <a:pt x="745563" y="581716"/>
                  </a:lnTo>
                  <a:lnTo>
                    <a:pt x="784850" y="557888"/>
                  </a:lnTo>
                  <a:lnTo>
                    <a:pt x="825648" y="537721"/>
                  </a:lnTo>
                  <a:lnTo>
                    <a:pt x="867651" y="521516"/>
                  </a:lnTo>
                  <a:lnTo>
                    <a:pt x="910554" y="509571"/>
                  </a:lnTo>
                  <a:lnTo>
                    <a:pt x="954053" y="502184"/>
                  </a:lnTo>
                  <a:lnTo>
                    <a:pt x="997842" y="499656"/>
                  </a:lnTo>
                  <a:lnTo>
                    <a:pt x="954053" y="497127"/>
                  </a:lnTo>
                  <a:lnTo>
                    <a:pt x="910554" y="489742"/>
                  </a:lnTo>
                  <a:lnTo>
                    <a:pt x="867651" y="477799"/>
                  </a:lnTo>
                  <a:lnTo>
                    <a:pt x="825648" y="461599"/>
                  </a:lnTo>
                  <a:lnTo>
                    <a:pt x="784850" y="441442"/>
                  </a:lnTo>
                  <a:lnTo>
                    <a:pt x="745563" y="417627"/>
                  </a:lnTo>
                  <a:lnTo>
                    <a:pt x="708092" y="390453"/>
                  </a:lnTo>
                  <a:lnTo>
                    <a:pt x="672742" y="360222"/>
                  </a:lnTo>
                  <a:lnTo>
                    <a:pt x="639817" y="327233"/>
                  </a:lnTo>
                  <a:lnTo>
                    <a:pt x="609623" y="291785"/>
                  </a:lnTo>
                  <a:lnTo>
                    <a:pt x="582466" y="254179"/>
                  </a:lnTo>
                  <a:lnTo>
                    <a:pt x="558649" y="214713"/>
                  </a:lnTo>
                  <a:lnTo>
                    <a:pt x="538479" y="173689"/>
                  </a:lnTo>
                  <a:lnTo>
                    <a:pt x="522259" y="131406"/>
                  </a:lnTo>
                  <a:lnTo>
                    <a:pt x="510296" y="88163"/>
                  </a:lnTo>
                  <a:lnTo>
                    <a:pt x="502895" y="44261"/>
                  </a:lnTo>
                  <a:lnTo>
                    <a:pt x="500360" y="0"/>
                  </a:lnTo>
                  <a:close/>
                </a:path>
              </a:pathLst>
            </a:custGeom>
            <a:solidFill>
              <a:srgbClr val="36D636"/>
            </a:solidFill>
          </p:spPr>
          <p:txBody>
            <a:bodyPr wrap="square" lIns="0" tIns="0" rIns="0" bIns="0" rtlCol="0"/>
            <a:lstStyle/>
            <a:p>
              <a:endParaRPr/>
            </a:p>
          </p:txBody>
        </p:sp>
        <p:sp>
          <p:nvSpPr>
            <p:cNvPr id="10" name="object 10"/>
            <p:cNvSpPr/>
            <p:nvPr/>
          </p:nvSpPr>
          <p:spPr>
            <a:xfrm>
              <a:off x="-14" y="8360638"/>
              <a:ext cx="998219" cy="1000125"/>
            </a:xfrm>
            <a:custGeom>
              <a:avLst/>
              <a:gdLst/>
              <a:ahLst/>
              <a:cxnLst/>
              <a:rect l="l" t="t" r="r" b="b"/>
              <a:pathLst>
                <a:path w="998219" h="1000125">
                  <a:moveTo>
                    <a:pt x="500360" y="0"/>
                  </a:moveTo>
                  <a:lnTo>
                    <a:pt x="502895" y="44260"/>
                  </a:lnTo>
                  <a:lnTo>
                    <a:pt x="510297" y="88161"/>
                  </a:lnTo>
                  <a:lnTo>
                    <a:pt x="522259" y="131402"/>
                  </a:lnTo>
                  <a:lnTo>
                    <a:pt x="538479" y="173684"/>
                  </a:lnTo>
                  <a:lnTo>
                    <a:pt x="558649" y="214707"/>
                  </a:lnTo>
                  <a:lnTo>
                    <a:pt x="582466" y="254171"/>
                  </a:lnTo>
                  <a:lnTo>
                    <a:pt x="609623" y="291776"/>
                  </a:lnTo>
                  <a:lnTo>
                    <a:pt x="639817" y="327223"/>
                  </a:lnTo>
                  <a:lnTo>
                    <a:pt x="672742" y="360211"/>
                  </a:lnTo>
                  <a:lnTo>
                    <a:pt x="708092" y="390441"/>
                  </a:lnTo>
                  <a:lnTo>
                    <a:pt x="745563" y="417614"/>
                  </a:lnTo>
                  <a:lnTo>
                    <a:pt x="784850" y="441428"/>
                  </a:lnTo>
                  <a:lnTo>
                    <a:pt x="825648" y="461585"/>
                  </a:lnTo>
                  <a:lnTo>
                    <a:pt x="867651" y="477784"/>
                  </a:lnTo>
                  <a:lnTo>
                    <a:pt x="910554" y="489727"/>
                  </a:lnTo>
                  <a:lnTo>
                    <a:pt x="954053" y="497112"/>
                  </a:lnTo>
                  <a:lnTo>
                    <a:pt x="997842" y="499640"/>
                  </a:lnTo>
                  <a:lnTo>
                    <a:pt x="954053" y="502169"/>
                  </a:lnTo>
                  <a:lnTo>
                    <a:pt x="910554" y="509556"/>
                  </a:lnTo>
                  <a:lnTo>
                    <a:pt x="867651" y="521501"/>
                  </a:lnTo>
                  <a:lnTo>
                    <a:pt x="825648" y="537707"/>
                  </a:lnTo>
                  <a:lnTo>
                    <a:pt x="784850" y="557874"/>
                  </a:lnTo>
                  <a:lnTo>
                    <a:pt x="745563" y="581704"/>
                  </a:lnTo>
                  <a:lnTo>
                    <a:pt x="708092" y="608896"/>
                  </a:lnTo>
                  <a:lnTo>
                    <a:pt x="672742" y="639153"/>
                  </a:lnTo>
                  <a:lnTo>
                    <a:pt x="639817" y="672175"/>
                  </a:lnTo>
                  <a:lnTo>
                    <a:pt x="609623" y="707663"/>
                  </a:lnTo>
                  <a:lnTo>
                    <a:pt x="582466" y="745319"/>
                  </a:lnTo>
                  <a:lnTo>
                    <a:pt x="558649" y="784843"/>
                  </a:lnTo>
                  <a:lnTo>
                    <a:pt x="538479" y="825936"/>
                  </a:lnTo>
                  <a:lnTo>
                    <a:pt x="522259" y="868300"/>
                  </a:lnTo>
                  <a:lnTo>
                    <a:pt x="510297" y="911635"/>
                  </a:lnTo>
                  <a:lnTo>
                    <a:pt x="502895" y="955643"/>
                  </a:lnTo>
                  <a:lnTo>
                    <a:pt x="500360" y="1000024"/>
                  </a:lnTo>
                  <a:lnTo>
                    <a:pt x="497804" y="955643"/>
                  </a:lnTo>
                  <a:lnTo>
                    <a:pt x="490340" y="911635"/>
                  </a:lnTo>
                  <a:lnTo>
                    <a:pt x="478279" y="868300"/>
                  </a:lnTo>
                  <a:lnTo>
                    <a:pt x="461930" y="825936"/>
                  </a:lnTo>
                  <a:lnTo>
                    <a:pt x="441603" y="784843"/>
                  </a:lnTo>
                  <a:lnTo>
                    <a:pt x="417606" y="745319"/>
                  </a:lnTo>
                  <a:lnTo>
                    <a:pt x="390250" y="707663"/>
                  </a:lnTo>
                  <a:lnTo>
                    <a:pt x="359844" y="672175"/>
                  </a:lnTo>
                  <a:lnTo>
                    <a:pt x="326697" y="639153"/>
                  </a:lnTo>
                  <a:lnTo>
                    <a:pt x="291119" y="608896"/>
                  </a:lnTo>
                  <a:lnTo>
                    <a:pt x="253420" y="581704"/>
                  </a:lnTo>
                  <a:lnTo>
                    <a:pt x="213908" y="557874"/>
                  </a:lnTo>
                  <a:lnTo>
                    <a:pt x="172894" y="537707"/>
                  </a:lnTo>
                  <a:lnTo>
                    <a:pt x="130687" y="521501"/>
                  </a:lnTo>
                  <a:lnTo>
                    <a:pt x="87595" y="509556"/>
                  </a:lnTo>
                  <a:lnTo>
                    <a:pt x="43930" y="502169"/>
                  </a:lnTo>
                  <a:lnTo>
                    <a:pt x="0" y="499640"/>
                  </a:lnTo>
                  <a:lnTo>
                    <a:pt x="43930" y="497112"/>
                  </a:lnTo>
                  <a:lnTo>
                    <a:pt x="87595" y="489727"/>
                  </a:lnTo>
                  <a:lnTo>
                    <a:pt x="130687" y="477784"/>
                  </a:lnTo>
                  <a:lnTo>
                    <a:pt x="172894" y="461585"/>
                  </a:lnTo>
                  <a:lnTo>
                    <a:pt x="213908" y="441428"/>
                  </a:lnTo>
                  <a:lnTo>
                    <a:pt x="253420" y="417614"/>
                  </a:lnTo>
                  <a:lnTo>
                    <a:pt x="291119" y="390441"/>
                  </a:lnTo>
                  <a:lnTo>
                    <a:pt x="326697" y="360211"/>
                  </a:lnTo>
                  <a:lnTo>
                    <a:pt x="359844" y="327223"/>
                  </a:lnTo>
                  <a:lnTo>
                    <a:pt x="390250" y="291776"/>
                  </a:lnTo>
                  <a:lnTo>
                    <a:pt x="417606" y="254171"/>
                  </a:lnTo>
                  <a:lnTo>
                    <a:pt x="441603" y="214707"/>
                  </a:lnTo>
                  <a:lnTo>
                    <a:pt x="461930" y="173684"/>
                  </a:lnTo>
                  <a:lnTo>
                    <a:pt x="478279" y="131402"/>
                  </a:lnTo>
                  <a:lnTo>
                    <a:pt x="490340" y="88161"/>
                  </a:lnTo>
                  <a:lnTo>
                    <a:pt x="497804" y="44260"/>
                  </a:lnTo>
                  <a:lnTo>
                    <a:pt x="500360" y="0"/>
                  </a:lnTo>
                  <a:close/>
                </a:path>
              </a:pathLst>
            </a:custGeom>
            <a:ln w="18718">
              <a:solidFill>
                <a:srgbClr val="36D636"/>
              </a:solidFill>
            </a:ln>
          </p:spPr>
          <p:txBody>
            <a:bodyPr wrap="square" lIns="0" tIns="0" rIns="0" bIns="0" rtlCol="0"/>
            <a:lstStyle/>
            <a:p>
              <a:endParaRPr/>
            </a:p>
          </p:txBody>
        </p:sp>
        <p:sp>
          <p:nvSpPr>
            <p:cNvPr id="11" name="object 11"/>
            <p:cNvSpPr/>
            <p:nvPr/>
          </p:nvSpPr>
          <p:spPr>
            <a:xfrm>
              <a:off x="0" y="8361349"/>
              <a:ext cx="1024255" cy="1925320"/>
            </a:xfrm>
            <a:custGeom>
              <a:avLst/>
              <a:gdLst/>
              <a:ahLst/>
              <a:cxnLst/>
              <a:rect l="l" t="t" r="r" b="b"/>
              <a:pathLst>
                <a:path w="1024255" h="1925320">
                  <a:moveTo>
                    <a:pt x="0" y="0"/>
                  </a:moveTo>
                  <a:lnTo>
                    <a:pt x="1023744" y="0"/>
                  </a:lnTo>
                  <a:lnTo>
                    <a:pt x="1023744" y="1925192"/>
                  </a:lnTo>
                  <a:lnTo>
                    <a:pt x="0" y="1925192"/>
                  </a:lnTo>
                </a:path>
              </a:pathLst>
            </a:custGeom>
            <a:ln w="38157">
              <a:solidFill>
                <a:srgbClr val="959595"/>
              </a:solidFill>
            </a:ln>
          </p:spPr>
          <p:txBody>
            <a:bodyPr wrap="square" lIns="0" tIns="0" rIns="0" bIns="0" rtlCol="0"/>
            <a:lstStyle/>
            <a:p>
              <a:endParaRPr/>
            </a:p>
          </p:txBody>
        </p:sp>
      </p:grpSp>
      <p:grpSp>
        <p:nvGrpSpPr>
          <p:cNvPr id="12" name="object 12"/>
          <p:cNvGrpSpPr/>
          <p:nvPr/>
        </p:nvGrpSpPr>
        <p:grpSpPr>
          <a:xfrm>
            <a:off x="270002" y="7424637"/>
            <a:ext cx="459740" cy="459740"/>
            <a:chOff x="270002" y="7424637"/>
            <a:chExt cx="459740" cy="459740"/>
          </a:xfrm>
        </p:grpSpPr>
        <p:sp>
          <p:nvSpPr>
            <p:cNvPr id="13" name="object 13"/>
            <p:cNvSpPr/>
            <p:nvPr/>
          </p:nvSpPr>
          <p:spPr>
            <a:xfrm>
              <a:off x="279360" y="7433995"/>
              <a:ext cx="440690" cy="440690"/>
            </a:xfrm>
            <a:custGeom>
              <a:avLst/>
              <a:gdLst/>
              <a:ahLst/>
              <a:cxnLst/>
              <a:rect l="l" t="t" r="r" b="b"/>
              <a:pathLst>
                <a:path w="440690" h="440690">
                  <a:moveTo>
                    <a:pt x="220280" y="0"/>
                  </a:moveTo>
                  <a:lnTo>
                    <a:pt x="208761" y="0"/>
                  </a:lnTo>
                  <a:lnTo>
                    <a:pt x="185727" y="2882"/>
                  </a:lnTo>
                  <a:lnTo>
                    <a:pt x="131018" y="19443"/>
                  </a:lnTo>
                  <a:lnTo>
                    <a:pt x="91424" y="42481"/>
                  </a:lnTo>
                  <a:lnTo>
                    <a:pt x="56866" y="73431"/>
                  </a:lnTo>
                  <a:lnTo>
                    <a:pt x="30231" y="110147"/>
                  </a:lnTo>
                  <a:lnTo>
                    <a:pt x="7917" y="163410"/>
                  </a:lnTo>
                  <a:lnTo>
                    <a:pt x="5759" y="174929"/>
                  </a:lnTo>
                  <a:lnTo>
                    <a:pt x="3596" y="185737"/>
                  </a:lnTo>
                  <a:lnTo>
                    <a:pt x="718" y="208762"/>
                  </a:lnTo>
                  <a:lnTo>
                    <a:pt x="718" y="220281"/>
                  </a:lnTo>
                  <a:lnTo>
                    <a:pt x="0" y="220281"/>
                  </a:lnTo>
                  <a:lnTo>
                    <a:pt x="0" y="231800"/>
                  </a:lnTo>
                  <a:lnTo>
                    <a:pt x="2876" y="254838"/>
                  </a:lnTo>
                  <a:lnTo>
                    <a:pt x="14396" y="299478"/>
                  </a:lnTo>
                  <a:lnTo>
                    <a:pt x="35271" y="340499"/>
                  </a:lnTo>
                  <a:lnTo>
                    <a:pt x="72707" y="383705"/>
                  </a:lnTo>
                  <a:lnTo>
                    <a:pt x="120218" y="416814"/>
                  </a:lnTo>
                  <a:lnTo>
                    <a:pt x="163413" y="433374"/>
                  </a:lnTo>
                  <a:lnTo>
                    <a:pt x="208761" y="440575"/>
                  </a:lnTo>
                  <a:lnTo>
                    <a:pt x="231799" y="440575"/>
                  </a:lnTo>
                  <a:lnTo>
                    <a:pt x="277152" y="433374"/>
                  </a:lnTo>
                  <a:lnTo>
                    <a:pt x="320342" y="416814"/>
                  </a:lnTo>
                  <a:lnTo>
                    <a:pt x="359215" y="391617"/>
                  </a:lnTo>
                  <a:lnTo>
                    <a:pt x="391610" y="359219"/>
                  </a:lnTo>
                  <a:lnTo>
                    <a:pt x="416807" y="320344"/>
                  </a:lnTo>
                  <a:lnTo>
                    <a:pt x="433367" y="277164"/>
                  </a:lnTo>
                  <a:lnTo>
                    <a:pt x="440565" y="231800"/>
                  </a:lnTo>
                  <a:lnTo>
                    <a:pt x="440565" y="220281"/>
                  </a:lnTo>
                  <a:lnTo>
                    <a:pt x="440565" y="208762"/>
                  </a:lnTo>
                  <a:lnTo>
                    <a:pt x="432648" y="163410"/>
                  </a:lnTo>
                  <a:lnTo>
                    <a:pt x="416088" y="120230"/>
                  </a:lnTo>
                  <a:lnTo>
                    <a:pt x="390892" y="82067"/>
                  </a:lnTo>
                  <a:lnTo>
                    <a:pt x="349859" y="42481"/>
                  </a:lnTo>
                  <a:lnTo>
                    <a:pt x="309547" y="19443"/>
                  </a:lnTo>
                  <a:lnTo>
                    <a:pt x="265633" y="5765"/>
                  </a:lnTo>
                  <a:lnTo>
                    <a:pt x="254833" y="3606"/>
                  </a:lnTo>
                  <a:lnTo>
                    <a:pt x="231799" y="723"/>
                  </a:lnTo>
                  <a:lnTo>
                    <a:pt x="220280" y="723"/>
                  </a:lnTo>
                  <a:lnTo>
                    <a:pt x="220280" y="0"/>
                  </a:lnTo>
                  <a:close/>
                </a:path>
              </a:pathLst>
            </a:custGeom>
            <a:solidFill>
              <a:srgbClr val="959595"/>
            </a:solidFill>
          </p:spPr>
          <p:txBody>
            <a:bodyPr wrap="square" lIns="0" tIns="0" rIns="0" bIns="0" rtlCol="0"/>
            <a:lstStyle/>
            <a:p>
              <a:endParaRPr/>
            </a:p>
          </p:txBody>
        </p:sp>
        <p:sp>
          <p:nvSpPr>
            <p:cNvPr id="14" name="object 14"/>
            <p:cNvSpPr/>
            <p:nvPr/>
          </p:nvSpPr>
          <p:spPr>
            <a:xfrm>
              <a:off x="279360" y="7433995"/>
              <a:ext cx="440690" cy="440690"/>
            </a:xfrm>
            <a:custGeom>
              <a:avLst/>
              <a:gdLst/>
              <a:ahLst/>
              <a:cxnLst/>
              <a:rect l="l" t="t" r="r" b="b"/>
              <a:pathLst>
                <a:path w="440690" h="440690">
                  <a:moveTo>
                    <a:pt x="440565" y="220281"/>
                  </a:moveTo>
                  <a:lnTo>
                    <a:pt x="440565" y="231800"/>
                  </a:lnTo>
                  <a:lnTo>
                    <a:pt x="439126" y="243319"/>
                  </a:lnTo>
                  <a:lnTo>
                    <a:pt x="429765" y="288671"/>
                  </a:lnTo>
                  <a:lnTo>
                    <a:pt x="411048" y="330428"/>
                  </a:lnTo>
                  <a:lnTo>
                    <a:pt x="383693" y="367855"/>
                  </a:lnTo>
                  <a:lnTo>
                    <a:pt x="375775" y="375780"/>
                  </a:lnTo>
                  <a:lnTo>
                    <a:pt x="367858" y="383705"/>
                  </a:lnTo>
                  <a:lnTo>
                    <a:pt x="330423" y="411060"/>
                  </a:lnTo>
                  <a:lnTo>
                    <a:pt x="288672" y="429768"/>
                  </a:lnTo>
                  <a:lnTo>
                    <a:pt x="243319" y="439127"/>
                  </a:lnTo>
                  <a:lnTo>
                    <a:pt x="231799" y="440575"/>
                  </a:lnTo>
                  <a:lnTo>
                    <a:pt x="220280" y="440575"/>
                  </a:lnTo>
                  <a:lnTo>
                    <a:pt x="208761" y="440575"/>
                  </a:lnTo>
                  <a:lnTo>
                    <a:pt x="197246" y="439127"/>
                  </a:lnTo>
                  <a:lnTo>
                    <a:pt x="151893" y="429768"/>
                  </a:lnTo>
                  <a:lnTo>
                    <a:pt x="110136" y="411060"/>
                  </a:lnTo>
                  <a:lnTo>
                    <a:pt x="72707" y="383705"/>
                  </a:lnTo>
                  <a:lnTo>
                    <a:pt x="64789" y="375780"/>
                  </a:lnTo>
                  <a:lnTo>
                    <a:pt x="56866" y="367855"/>
                  </a:lnTo>
                  <a:lnTo>
                    <a:pt x="29512" y="330428"/>
                  </a:lnTo>
                  <a:lnTo>
                    <a:pt x="10795" y="288671"/>
                  </a:lnTo>
                  <a:lnTo>
                    <a:pt x="1438" y="243319"/>
                  </a:lnTo>
                  <a:lnTo>
                    <a:pt x="0" y="231800"/>
                  </a:lnTo>
                  <a:lnTo>
                    <a:pt x="0" y="220281"/>
                  </a:lnTo>
                  <a:lnTo>
                    <a:pt x="718" y="220281"/>
                  </a:lnTo>
                  <a:lnTo>
                    <a:pt x="718" y="208762"/>
                  </a:lnTo>
                  <a:lnTo>
                    <a:pt x="2157" y="197243"/>
                  </a:lnTo>
                  <a:lnTo>
                    <a:pt x="3596" y="185737"/>
                  </a:lnTo>
                  <a:lnTo>
                    <a:pt x="5759" y="174929"/>
                  </a:lnTo>
                  <a:lnTo>
                    <a:pt x="7917" y="163410"/>
                  </a:lnTo>
                  <a:lnTo>
                    <a:pt x="24471" y="120230"/>
                  </a:lnTo>
                  <a:lnTo>
                    <a:pt x="49668" y="82067"/>
                  </a:lnTo>
                  <a:lnTo>
                    <a:pt x="82063" y="49669"/>
                  </a:lnTo>
                  <a:lnTo>
                    <a:pt x="100780" y="36004"/>
                  </a:lnTo>
                  <a:lnTo>
                    <a:pt x="110136" y="29514"/>
                  </a:lnTo>
                  <a:lnTo>
                    <a:pt x="152613" y="10807"/>
                  </a:lnTo>
                  <a:lnTo>
                    <a:pt x="197246" y="1447"/>
                  </a:lnTo>
                  <a:lnTo>
                    <a:pt x="208761" y="0"/>
                  </a:lnTo>
                  <a:lnTo>
                    <a:pt x="220280" y="0"/>
                  </a:lnTo>
                  <a:lnTo>
                    <a:pt x="220280" y="723"/>
                  </a:lnTo>
                  <a:lnTo>
                    <a:pt x="231799" y="723"/>
                  </a:lnTo>
                  <a:lnTo>
                    <a:pt x="243319" y="2159"/>
                  </a:lnTo>
                  <a:lnTo>
                    <a:pt x="254833" y="3606"/>
                  </a:lnTo>
                  <a:lnTo>
                    <a:pt x="265633" y="5765"/>
                  </a:lnTo>
                  <a:lnTo>
                    <a:pt x="277152" y="7924"/>
                  </a:lnTo>
                  <a:lnTo>
                    <a:pt x="320342" y="24472"/>
                  </a:lnTo>
                  <a:lnTo>
                    <a:pt x="358496" y="49669"/>
                  </a:lnTo>
                  <a:lnTo>
                    <a:pt x="390892" y="82067"/>
                  </a:lnTo>
                  <a:lnTo>
                    <a:pt x="404568" y="100787"/>
                  </a:lnTo>
                  <a:lnTo>
                    <a:pt x="411048" y="110147"/>
                  </a:lnTo>
                  <a:lnTo>
                    <a:pt x="416088" y="120230"/>
                  </a:lnTo>
                  <a:lnTo>
                    <a:pt x="421128" y="131025"/>
                  </a:lnTo>
                  <a:lnTo>
                    <a:pt x="425444" y="141820"/>
                  </a:lnTo>
                  <a:lnTo>
                    <a:pt x="429765" y="152615"/>
                  </a:lnTo>
                  <a:lnTo>
                    <a:pt x="439126" y="197243"/>
                  </a:lnTo>
                  <a:lnTo>
                    <a:pt x="440565" y="208762"/>
                  </a:lnTo>
                  <a:lnTo>
                    <a:pt x="440565" y="220281"/>
                  </a:lnTo>
                  <a:close/>
                </a:path>
              </a:pathLst>
            </a:custGeom>
            <a:ln w="18716">
              <a:solidFill>
                <a:srgbClr val="959595"/>
              </a:solidFill>
            </a:ln>
          </p:spPr>
          <p:txBody>
            <a:bodyPr wrap="square" lIns="0" tIns="0" rIns="0" bIns="0" rtlCol="0"/>
            <a:lstStyle/>
            <a:p>
              <a:endParaRPr/>
            </a:p>
          </p:txBody>
        </p:sp>
      </p:grpSp>
      <p:grpSp>
        <p:nvGrpSpPr>
          <p:cNvPr id="15" name="object 15"/>
          <p:cNvGrpSpPr/>
          <p:nvPr/>
        </p:nvGrpSpPr>
        <p:grpSpPr>
          <a:xfrm>
            <a:off x="17400944" y="8980552"/>
            <a:ext cx="459740" cy="459740"/>
            <a:chOff x="17400944" y="8980552"/>
            <a:chExt cx="459740" cy="459740"/>
          </a:xfrm>
        </p:grpSpPr>
        <p:sp>
          <p:nvSpPr>
            <p:cNvPr id="16" name="object 16"/>
            <p:cNvSpPr/>
            <p:nvPr/>
          </p:nvSpPr>
          <p:spPr>
            <a:xfrm>
              <a:off x="17410302" y="8989911"/>
              <a:ext cx="440690" cy="440690"/>
            </a:xfrm>
            <a:custGeom>
              <a:avLst/>
              <a:gdLst/>
              <a:ahLst/>
              <a:cxnLst/>
              <a:rect l="l" t="t" r="r" b="b"/>
              <a:pathLst>
                <a:path w="440690" h="440690">
                  <a:moveTo>
                    <a:pt x="220345" y="0"/>
                  </a:moveTo>
                  <a:lnTo>
                    <a:pt x="208788" y="0"/>
                  </a:lnTo>
                  <a:lnTo>
                    <a:pt x="185801" y="2882"/>
                  </a:lnTo>
                  <a:lnTo>
                    <a:pt x="131064" y="19443"/>
                  </a:lnTo>
                  <a:lnTo>
                    <a:pt x="100838" y="36004"/>
                  </a:lnTo>
                  <a:lnTo>
                    <a:pt x="91440" y="42481"/>
                  </a:lnTo>
                  <a:lnTo>
                    <a:pt x="56896" y="73432"/>
                  </a:lnTo>
                  <a:lnTo>
                    <a:pt x="30226" y="110148"/>
                  </a:lnTo>
                  <a:lnTo>
                    <a:pt x="11557" y="152618"/>
                  </a:lnTo>
                  <a:lnTo>
                    <a:pt x="7874" y="163418"/>
                  </a:lnTo>
                  <a:lnTo>
                    <a:pt x="5715" y="174937"/>
                  </a:lnTo>
                  <a:lnTo>
                    <a:pt x="3556" y="185737"/>
                  </a:lnTo>
                  <a:lnTo>
                    <a:pt x="762" y="208771"/>
                  </a:lnTo>
                  <a:lnTo>
                    <a:pt x="762" y="220290"/>
                  </a:lnTo>
                  <a:lnTo>
                    <a:pt x="0" y="220290"/>
                  </a:lnTo>
                  <a:lnTo>
                    <a:pt x="0" y="231810"/>
                  </a:lnTo>
                  <a:lnTo>
                    <a:pt x="7239" y="277158"/>
                  </a:lnTo>
                  <a:lnTo>
                    <a:pt x="23749" y="320352"/>
                  </a:lnTo>
                  <a:lnTo>
                    <a:pt x="29591" y="330433"/>
                  </a:lnTo>
                  <a:lnTo>
                    <a:pt x="35306" y="340508"/>
                  </a:lnTo>
                  <a:lnTo>
                    <a:pt x="64770" y="375786"/>
                  </a:lnTo>
                  <a:lnTo>
                    <a:pt x="100076" y="405298"/>
                  </a:lnTo>
                  <a:lnTo>
                    <a:pt x="141097" y="426175"/>
                  </a:lnTo>
                  <a:lnTo>
                    <a:pt x="185801" y="437694"/>
                  </a:lnTo>
                  <a:lnTo>
                    <a:pt x="208788" y="440571"/>
                  </a:lnTo>
                  <a:lnTo>
                    <a:pt x="231775" y="440571"/>
                  </a:lnTo>
                  <a:lnTo>
                    <a:pt x="277114" y="433373"/>
                  </a:lnTo>
                  <a:lnTo>
                    <a:pt x="320421" y="416817"/>
                  </a:lnTo>
                  <a:lnTo>
                    <a:pt x="359283" y="391622"/>
                  </a:lnTo>
                  <a:lnTo>
                    <a:pt x="391668" y="359227"/>
                  </a:lnTo>
                  <a:lnTo>
                    <a:pt x="416814" y="320352"/>
                  </a:lnTo>
                  <a:lnTo>
                    <a:pt x="433324" y="277158"/>
                  </a:lnTo>
                  <a:lnTo>
                    <a:pt x="440563" y="231810"/>
                  </a:lnTo>
                  <a:lnTo>
                    <a:pt x="440563" y="220290"/>
                  </a:lnTo>
                  <a:lnTo>
                    <a:pt x="440563" y="208771"/>
                  </a:lnTo>
                  <a:lnTo>
                    <a:pt x="432689" y="163418"/>
                  </a:lnTo>
                  <a:lnTo>
                    <a:pt x="416052" y="120228"/>
                  </a:lnTo>
                  <a:lnTo>
                    <a:pt x="390906" y="82073"/>
                  </a:lnTo>
                  <a:lnTo>
                    <a:pt x="349885" y="42481"/>
                  </a:lnTo>
                  <a:lnTo>
                    <a:pt x="309626" y="19443"/>
                  </a:lnTo>
                  <a:lnTo>
                    <a:pt x="265684" y="5765"/>
                  </a:lnTo>
                  <a:lnTo>
                    <a:pt x="254889" y="3606"/>
                  </a:lnTo>
                  <a:lnTo>
                    <a:pt x="231775" y="723"/>
                  </a:lnTo>
                  <a:lnTo>
                    <a:pt x="220345" y="723"/>
                  </a:lnTo>
                  <a:lnTo>
                    <a:pt x="220345" y="0"/>
                  </a:lnTo>
                  <a:close/>
                </a:path>
              </a:pathLst>
            </a:custGeom>
            <a:solidFill>
              <a:srgbClr val="36D636"/>
            </a:solidFill>
          </p:spPr>
          <p:txBody>
            <a:bodyPr wrap="square" lIns="0" tIns="0" rIns="0" bIns="0" rtlCol="0"/>
            <a:lstStyle/>
            <a:p>
              <a:endParaRPr/>
            </a:p>
          </p:txBody>
        </p:sp>
        <p:sp>
          <p:nvSpPr>
            <p:cNvPr id="17" name="object 17"/>
            <p:cNvSpPr/>
            <p:nvPr/>
          </p:nvSpPr>
          <p:spPr>
            <a:xfrm>
              <a:off x="17410302" y="8989911"/>
              <a:ext cx="440690" cy="440690"/>
            </a:xfrm>
            <a:custGeom>
              <a:avLst/>
              <a:gdLst/>
              <a:ahLst/>
              <a:cxnLst/>
              <a:rect l="l" t="t" r="r" b="b"/>
              <a:pathLst>
                <a:path w="440690" h="440690">
                  <a:moveTo>
                    <a:pt x="440563" y="220290"/>
                  </a:moveTo>
                  <a:lnTo>
                    <a:pt x="440563" y="231810"/>
                  </a:lnTo>
                  <a:lnTo>
                    <a:pt x="439166" y="243324"/>
                  </a:lnTo>
                  <a:lnTo>
                    <a:pt x="437769" y="254843"/>
                  </a:lnTo>
                  <a:lnTo>
                    <a:pt x="426212" y="299477"/>
                  </a:lnTo>
                  <a:lnTo>
                    <a:pt x="405257" y="340508"/>
                  </a:lnTo>
                  <a:lnTo>
                    <a:pt x="375793" y="375786"/>
                  </a:lnTo>
                  <a:lnTo>
                    <a:pt x="340487" y="405298"/>
                  </a:lnTo>
                  <a:lnTo>
                    <a:pt x="299466" y="426175"/>
                  </a:lnTo>
                  <a:lnTo>
                    <a:pt x="254889" y="437694"/>
                  </a:lnTo>
                  <a:lnTo>
                    <a:pt x="231775" y="440571"/>
                  </a:lnTo>
                  <a:lnTo>
                    <a:pt x="220345" y="440571"/>
                  </a:lnTo>
                  <a:lnTo>
                    <a:pt x="208788" y="440571"/>
                  </a:lnTo>
                  <a:lnTo>
                    <a:pt x="163449" y="433373"/>
                  </a:lnTo>
                  <a:lnTo>
                    <a:pt x="120269" y="416817"/>
                  </a:lnTo>
                  <a:lnTo>
                    <a:pt x="81407" y="391622"/>
                  </a:lnTo>
                  <a:lnTo>
                    <a:pt x="49022" y="359227"/>
                  </a:lnTo>
                  <a:lnTo>
                    <a:pt x="29591" y="330433"/>
                  </a:lnTo>
                  <a:lnTo>
                    <a:pt x="23749" y="320352"/>
                  </a:lnTo>
                  <a:lnTo>
                    <a:pt x="7239" y="277158"/>
                  </a:lnTo>
                  <a:lnTo>
                    <a:pt x="0" y="231810"/>
                  </a:lnTo>
                  <a:lnTo>
                    <a:pt x="0" y="220290"/>
                  </a:lnTo>
                  <a:lnTo>
                    <a:pt x="762" y="220290"/>
                  </a:lnTo>
                  <a:lnTo>
                    <a:pt x="762" y="208771"/>
                  </a:lnTo>
                  <a:lnTo>
                    <a:pt x="2159" y="197252"/>
                  </a:lnTo>
                  <a:lnTo>
                    <a:pt x="3556" y="185737"/>
                  </a:lnTo>
                  <a:lnTo>
                    <a:pt x="5715" y="174937"/>
                  </a:lnTo>
                  <a:lnTo>
                    <a:pt x="7874" y="163418"/>
                  </a:lnTo>
                  <a:lnTo>
                    <a:pt x="11557" y="152618"/>
                  </a:lnTo>
                  <a:lnTo>
                    <a:pt x="15113" y="141823"/>
                  </a:lnTo>
                  <a:lnTo>
                    <a:pt x="19431" y="131023"/>
                  </a:lnTo>
                  <a:lnTo>
                    <a:pt x="42545" y="90711"/>
                  </a:lnTo>
                  <a:lnTo>
                    <a:pt x="73406" y="56876"/>
                  </a:lnTo>
                  <a:lnTo>
                    <a:pt x="100838" y="36004"/>
                  </a:lnTo>
                  <a:lnTo>
                    <a:pt x="110109" y="29527"/>
                  </a:lnTo>
                  <a:lnTo>
                    <a:pt x="120269" y="24485"/>
                  </a:lnTo>
                  <a:lnTo>
                    <a:pt x="131064" y="19443"/>
                  </a:lnTo>
                  <a:lnTo>
                    <a:pt x="141859" y="15125"/>
                  </a:lnTo>
                  <a:lnTo>
                    <a:pt x="152654" y="10807"/>
                  </a:lnTo>
                  <a:lnTo>
                    <a:pt x="197231" y="1447"/>
                  </a:lnTo>
                  <a:lnTo>
                    <a:pt x="208788" y="0"/>
                  </a:lnTo>
                  <a:lnTo>
                    <a:pt x="220345" y="0"/>
                  </a:lnTo>
                  <a:lnTo>
                    <a:pt x="220345" y="723"/>
                  </a:lnTo>
                  <a:lnTo>
                    <a:pt x="231775" y="723"/>
                  </a:lnTo>
                  <a:lnTo>
                    <a:pt x="243332" y="2171"/>
                  </a:lnTo>
                  <a:lnTo>
                    <a:pt x="254889" y="3606"/>
                  </a:lnTo>
                  <a:lnTo>
                    <a:pt x="265684" y="5765"/>
                  </a:lnTo>
                  <a:lnTo>
                    <a:pt x="309626" y="19443"/>
                  </a:lnTo>
                  <a:lnTo>
                    <a:pt x="349885" y="42481"/>
                  </a:lnTo>
                  <a:lnTo>
                    <a:pt x="383667" y="73432"/>
                  </a:lnTo>
                  <a:lnTo>
                    <a:pt x="404622" y="100792"/>
                  </a:lnTo>
                  <a:lnTo>
                    <a:pt x="411099" y="110148"/>
                  </a:lnTo>
                  <a:lnTo>
                    <a:pt x="416052" y="120228"/>
                  </a:lnTo>
                  <a:lnTo>
                    <a:pt x="421132" y="131023"/>
                  </a:lnTo>
                  <a:lnTo>
                    <a:pt x="425450" y="141823"/>
                  </a:lnTo>
                  <a:lnTo>
                    <a:pt x="429768" y="152618"/>
                  </a:lnTo>
                  <a:lnTo>
                    <a:pt x="439166" y="197252"/>
                  </a:lnTo>
                  <a:lnTo>
                    <a:pt x="440563" y="208771"/>
                  </a:lnTo>
                  <a:lnTo>
                    <a:pt x="440563" y="220290"/>
                  </a:lnTo>
                  <a:close/>
                </a:path>
              </a:pathLst>
            </a:custGeom>
            <a:ln w="18716">
              <a:solidFill>
                <a:srgbClr val="36D636"/>
              </a:solidFill>
            </a:ln>
          </p:spPr>
          <p:txBody>
            <a:bodyPr wrap="square" lIns="0" tIns="0" rIns="0" bIns="0" rtlCol="0"/>
            <a:lstStyle/>
            <a:p>
              <a:endParaRPr/>
            </a:p>
          </p:txBody>
        </p:sp>
      </p:grpSp>
      <p:sp>
        <p:nvSpPr>
          <p:cNvPr id="21" name="TextBox 20">
            <a:extLst>
              <a:ext uri="{FF2B5EF4-FFF2-40B4-BE49-F238E27FC236}">
                <a16:creationId xmlns:a16="http://schemas.microsoft.com/office/drawing/2014/main" id="{2DD5C0A5-3C61-A81E-A4AF-1C3C8BD48EB6}"/>
              </a:ext>
            </a:extLst>
          </p:cNvPr>
          <p:cNvSpPr txBox="1"/>
          <p:nvPr/>
        </p:nvSpPr>
        <p:spPr>
          <a:xfrm>
            <a:off x="280794" y="169496"/>
            <a:ext cx="6354956" cy="769441"/>
          </a:xfrm>
          <a:prstGeom prst="rect">
            <a:avLst/>
          </a:prstGeom>
          <a:noFill/>
        </p:spPr>
        <p:txBody>
          <a:bodyPr wrap="square" rtlCol="0">
            <a:spAutoFit/>
          </a:bodyPr>
          <a:lstStyle/>
          <a:p>
            <a:r>
              <a:rPr lang="en-US" sz="4400" b="1" dirty="0">
                <a:latin typeface="Arial" panose="020B0604020202020204" pitchFamily="34" charset="0"/>
                <a:cs typeface="Arial" panose="020B0604020202020204" pitchFamily="34" charset="0"/>
              </a:rPr>
              <a:t>Database Connectivity</a:t>
            </a:r>
          </a:p>
        </p:txBody>
      </p:sp>
      <p:sp>
        <p:nvSpPr>
          <p:cNvPr id="18" name="TextBox 17">
            <a:extLst>
              <a:ext uri="{FF2B5EF4-FFF2-40B4-BE49-F238E27FC236}">
                <a16:creationId xmlns:a16="http://schemas.microsoft.com/office/drawing/2014/main" id="{7E0DA422-498E-1D73-3F57-3677585A4C0D}"/>
              </a:ext>
            </a:extLst>
          </p:cNvPr>
          <p:cNvSpPr txBox="1"/>
          <p:nvPr/>
        </p:nvSpPr>
        <p:spPr>
          <a:xfrm>
            <a:off x="539750" y="1758562"/>
            <a:ext cx="10058400" cy="3416320"/>
          </a:xfrm>
          <a:prstGeom prst="rect">
            <a:avLst/>
          </a:prstGeom>
          <a:noFill/>
        </p:spPr>
        <p:txBody>
          <a:bodyPr wrap="square" rtlCol="0">
            <a:spAutoFit/>
          </a:bodyPr>
          <a:lstStyle/>
          <a:p>
            <a:r>
              <a:rPr lang="en-US" sz="3600" dirty="0">
                <a:latin typeface="+mj-lt"/>
              </a:rPr>
              <a:t>The system connects to the database using a connection string that includes server details and credentials. This connection enables it to execute SQL queries to retrieve, update, insert, or delete data. Once operations are complete, the system closes the connection to the database.</a:t>
            </a:r>
          </a:p>
        </p:txBody>
      </p:sp>
      <p:pic>
        <p:nvPicPr>
          <p:cNvPr id="20" name="Graphic 19">
            <a:extLst>
              <a:ext uri="{FF2B5EF4-FFF2-40B4-BE49-F238E27FC236}">
                <a16:creationId xmlns:a16="http://schemas.microsoft.com/office/drawing/2014/main" id="{43153D04-4548-4113-7854-09519F3E20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64952" y="430269"/>
            <a:ext cx="3938485" cy="8559642"/>
          </a:xfrm>
          <a:prstGeom prst="rect">
            <a:avLst/>
          </a:prstGeom>
        </p:spPr>
      </p:pic>
    </p:spTree>
    <p:extLst>
      <p:ext uri="{BB962C8B-B14F-4D97-AF65-F5344CB8AC3E}">
        <p14:creationId xmlns:p14="http://schemas.microsoft.com/office/powerpoint/2010/main" val="3228560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278143" y="-19079"/>
            <a:ext cx="1029335" cy="1879600"/>
            <a:chOff x="17278143" y="-19079"/>
            <a:chExt cx="1029335" cy="1879600"/>
          </a:xfrm>
        </p:grpSpPr>
        <p:sp>
          <p:nvSpPr>
            <p:cNvPr id="3" name="object 3"/>
            <p:cNvSpPr/>
            <p:nvPr/>
          </p:nvSpPr>
          <p:spPr>
            <a:xfrm>
              <a:off x="17322418" y="0"/>
              <a:ext cx="965835" cy="916305"/>
            </a:xfrm>
            <a:custGeom>
              <a:avLst/>
              <a:gdLst/>
              <a:ahLst/>
              <a:cxnLst/>
              <a:rect l="l" t="t" r="r" b="b"/>
              <a:pathLst>
                <a:path w="965834" h="916305">
                  <a:moveTo>
                    <a:pt x="506900" y="0"/>
                  </a:moveTo>
                  <a:lnTo>
                    <a:pt x="488345" y="0"/>
                  </a:lnTo>
                  <a:lnTo>
                    <a:pt x="487646" y="4151"/>
                  </a:lnTo>
                  <a:lnTo>
                    <a:pt x="475680" y="47486"/>
                  </a:lnTo>
                  <a:lnTo>
                    <a:pt x="459456" y="89850"/>
                  </a:lnTo>
                  <a:lnTo>
                    <a:pt x="439280" y="130944"/>
                  </a:lnTo>
                  <a:lnTo>
                    <a:pt x="415457" y="170467"/>
                  </a:lnTo>
                  <a:lnTo>
                    <a:pt x="388292" y="208123"/>
                  </a:lnTo>
                  <a:lnTo>
                    <a:pt x="358091" y="243610"/>
                  </a:lnTo>
                  <a:lnTo>
                    <a:pt x="325158" y="276632"/>
                  </a:lnTo>
                  <a:lnTo>
                    <a:pt x="289800" y="306888"/>
                  </a:lnTo>
                  <a:lnTo>
                    <a:pt x="252320" y="334079"/>
                  </a:lnTo>
                  <a:lnTo>
                    <a:pt x="213025" y="357908"/>
                  </a:lnTo>
                  <a:lnTo>
                    <a:pt x="172220" y="378075"/>
                  </a:lnTo>
                  <a:lnTo>
                    <a:pt x="130209" y="394280"/>
                  </a:lnTo>
                  <a:lnTo>
                    <a:pt x="87299" y="406225"/>
                  </a:lnTo>
                  <a:lnTo>
                    <a:pt x="43794" y="413612"/>
                  </a:lnTo>
                  <a:lnTo>
                    <a:pt x="0" y="416140"/>
                  </a:lnTo>
                  <a:lnTo>
                    <a:pt x="43794" y="418669"/>
                  </a:lnTo>
                  <a:lnTo>
                    <a:pt x="87299" y="426055"/>
                  </a:lnTo>
                  <a:lnTo>
                    <a:pt x="130209" y="437998"/>
                  </a:lnTo>
                  <a:lnTo>
                    <a:pt x="172220" y="454199"/>
                  </a:lnTo>
                  <a:lnTo>
                    <a:pt x="213025" y="474357"/>
                  </a:lnTo>
                  <a:lnTo>
                    <a:pt x="252320" y="498173"/>
                  </a:lnTo>
                  <a:lnTo>
                    <a:pt x="289800" y="525347"/>
                  </a:lnTo>
                  <a:lnTo>
                    <a:pt x="325158" y="555579"/>
                  </a:lnTo>
                  <a:lnTo>
                    <a:pt x="358091" y="588570"/>
                  </a:lnTo>
                  <a:lnTo>
                    <a:pt x="388292" y="624019"/>
                  </a:lnTo>
                  <a:lnTo>
                    <a:pt x="415457" y="661626"/>
                  </a:lnTo>
                  <a:lnTo>
                    <a:pt x="439280" y="701093"/>
                  </a:lnTo>
                  <a:lnTo>
                    <a:pt x="459456" y="742118"/>
                  </a:lnTo>
                  <a:lnTo>
                    <a:pt x="475680" y="784402"/>
                  </a:lnTo>
                  <a:lnTo>
                    <a:pt x="487646" y="827645"/>
                  </a:lnTo>
                  <a:lnTo>
                    <a:pt x="495050" y="871547"/>
                  </a:lnTo>
                  <a:lnTo>
                    <a:pt x="497585" y="915809"/>
                  </a:lnTo>
                  <a:lnTo>
                    <a:pt x="500142" y="871547"/>
                  </a:lnTo>
                  <a:lnTo>
                    <a:pt x="507604" y="827645"/>
                  </a:lnTo>
                  <a:lnTo>
                    <a:pt x="519662" y="784402"/>
                  </a:lnTo>
                  <a:lnTo>
                    <a:pt x="536008" y="742118"/>
                  </a:lnTo>
                  <a:lnTo>
                    <a:pt x="556331" y="701093"/>
                  </a:lnTo>
                  <a:lnTo>
                    <a:pt x="580323" y="661626"/>
                  </a:lnTo>
                  <a:lnTo>
                    <a:pt x="607673" y="624019"/>
                  </a:lnTo>
                  <a:lnTo>
                    <a:pt x="638073" y="588570"/>
                  </a:lnTo>
                  <a:lnTo>
                    <a:pt x="671212" y="555579"/>
                  </a:lnTo>
                  <a:lnTo>
                    <a:pt x="706783" y="525347"/>
                  </a:lnTo>
                  <a:lnTo>
                    <a:pt x="744474" y="498173"/>
                  </a:lnTo>
                  <a:lnTo>
                    <a:pt x="783977" y="474357"/>
                  </a:lnTo>
                  <a:lnTo>
                    <a:pt x="824982" y="454199"/>
                  </a:lnTo>
                  <a:lnTo>
                    <a:pt x="867181" y="437998"/>
                  </a:lnTo>
                  <a:lnTo>
                    <a:pt x="910262" y="426055"/>
                  </a:lnTo>
                  <a:lnTo>
                    <a:pt x="953918" y="418669"/>
                  </a:lnTo>
                  <a:lnTo>
                    <a:pt x="965602" y="417996"/>
                  </a:lnTo>
                  <a:lnTo>
                    <a:pt x="965602" y="414284"/>
                  </a:lnTo>
                  <a:lnTo>
                    <a:pt x="910262" y="406225"/>
                  </a:lnTo>
                  <a:lnTo>
                    <a:pt x="867181" y="394280"/>
                  </a:lnTo>
                  <a:lnTo>
                    <a:pt x="824982" y="378075"/>
                  </a:lnTo>
                  <a:lnTo>
                    <a:pt x="783977" y="357908"/>
                  </a:lnTo>
                  <a:lnTo>
                    <a:pt x="744474" y="334079"/>
                  </a:lnTo>
                  <a:lnTo>
                    <a:pt x="706783" y="306888"/>
                  </a:lnTo>
                  <a:lnTo>
                    <a:pt x="671212" y="276632"/>
                  </a:lnTo>
                  <a:lnTo>
                    <a:pt x="638073" y="243610"/>
                  </a:lnTo>
                  <a:lnTo>
                    <a:pt x="607673" y="208123"/>
                  </a:lnTo>
                  <a:lnTo>
                    <a:pt x="580323" y="170467"/>
                  </a:lnTo>
                  <a:lnTo>
                    <a:pt x="556331" y="130944"/>
                  </a:lnTo>
                  <a:lnTo>
                    <a:pt x="536008" y="89850"/>
                  </a:lnTo>
                  <a:lnTo>
                    <a:pt x="519662" y="47486"/>
                  </a:lnTo>
                  <a:lnTo>
                    <a:pt x="507604" y="4151"/>
                  </a:lnTo>
                  <a:lnTo>
                    <a:pt x="506900" y="0"/>
                  </a:lnTo>
                  <a:close/>
                </a:path>
              </a:pathLst>
            </a:custGeom>
            <a:solidFill>
              <a:srgbClr val="36D636"/>
            </a:solidFill>
          </p:spPr>
          <p:txBody>
            <a:bodyPr wrap="square" lIns="0" tIns="0" rIns="0" bIns="0" rtlCol="0"/>
            <a:lstStyle/>
            <a:p>
              <a:endParaRPr/>
            </a:p>
          </p:txBody>
        </p:sp>
        <p:sp>
          <p:nvSpPr>
            <p:cNvPr id="4" name="object 4"/>
            <p:cNvSpPr/>
            <p:nvPr/>
          </p:nvSpPr>
          <p:spPr>
            <a:xfrm>
              <a:off x="17322494" y="0"/>
              <a:ext cx="965835" cy="916305"/>
            </a:xfrm>
            <a:custGeom>
              <a:avLst/>
              <a:gdLst/>
              <a:ahLst/>
              <a:cxnLst/>
              <a:rect l="l" t="t" r="r" b="b"/>
              <a:pathLst>
                <a:path w="965834" h="916305">
                  <a:moveTo>
                    <a:pt x="497446" y="915851"/>
                  </a:moveTo>
                  <a:lnTo>
                    <a:pt x="494912" y="871590"/>
                  </a:lnTo>
                  <a:lnTo>
                    <a:pt x="487512" y="827688"/>
                  </a:lnTo>
                  <a:lnTo>
                    <a:pt x="475551" y="784446"/>
                  </a:lnTo>
                  <a:lnTo>
                    <a:pt x="459335" y="742162"/>
                  </a:lnTo>
                  <a:lnTo>
                    <a:pt x="439169" y="701138"/>
                  </a:lnTo>
                  <a:lnTo>
                    <a:pt x="415356" y="661672"/>
                  </a:lnTo>
                  <a:lnTo>
                    <a:pt x="388202" y="624065"/>
                  </a:lnTo>
                  <a:lnTo>
                    <a:pt x="358013" y="588616"/>
                  </a:lnTo>
                  <a:lnTo>
                    <a:pt x="325092" y="555625"/>
                  </a:lnTo>
                  <a:lnTo>
                    <a:pt x="289746" y="525393"/>
                  </a:lnTo>
                  <a:lnTo>
                    <a:pt x="252278" y="498218"/>
                  </a:lnTo>
                  <a:lnTo>
                    <a:pt x="212993" y="474402"/>
                  </a:lnTo>
                  <a:lnTo>
                    <a:pt x="172198" y="454243"/>
                  </a:lnTo>
                  <a:lnTo>
                    <a:pt x="130196" y="438042"/>
                  </a:lnTo>
                  <a:lnTo>
                    <a:pt x="87292" y="426099"/>
                  </a:lnTo>
                  <a:lnTo>
                    <a:pt x="43792" y="418713"/>
                  </a:lnTo>
                  <a:lnTo>
                    <a:pt x="0" y="416184"/>
                  </a:lnTo>
                  <a:lnTo>
                    <a:pt x="43792" y="413656"/>
                  </a:lnTo>
                  <a:lnTo>
                    <a:pt x="87292" y="406270"/>
                  </a:lnTo>
                  <a:lnTo>
                    <a:pt x="130196" y="394325"/>
                  </a:lnTo>
                  <a:lnTo>
                    <a:pt x="172198" y="378120"/>
                  </a:lnTo>
                  <a:lnTo>
                    <a:pt x="212993" y="357954"/>
                  </a:lnTo>
                  <a:lnTo>
                    <a:pt x="252278" y="334125"/>
                  </a:lnTo>
                  <a:lnTo>
                    <a:pt x="289746" y="306934"/>
                  </a:lnTo>
                  <a:lnTo>
                    <a:pt x="325092" y="276679"/>
                  </a:lnTo>
                  <a:lnTo>
                    <a:pt x="358013" y="243658"/>
                  </a:lnTo>
                  <a:lnTo>
                    <a:pt x="388202" y="208170"/>
                  </a:lnTo>
                  <a:lnTo>
                    <a:pt x="415356" y="170515"/>
                  </a:lnTo>
                  <a:lnTo>
                    <a:pt x="439169" y="130992"/>
                  </a:lnTo>
                  <a:lnTo>
                    <a:pt x="459335" y="89899"/>
                  </a:lnTo>
                  <a:lnTo>
                    <a:pt x="475551" y="47535"/>
                  </a:lnTo>
                  <a:lnTo>
                    <a:pt x="487512" y="4199"/>
                  </a:lnTo>
                  <a:lnTo>
                    <a:pt x="488218" y="0"/>
                  </a:lnTo>
                </a:path>
                <a:path w="965834" h="916305">
                  <a:moveTo>
                    <a:pt x="506756" y="0"/>
                  </a:moveTo>
                  <a:lnTo>
                    <a:pt x="519533" y="47535"/>
                  </a:lnTo>
                  <a:lnTo>
                    <a:pt x="535885" y="89899"/>
                  </a:lnTo>
                  <a:lnTo>
                    <a:pt x="556217" y="130992"/>
                  </a:lnTo>
                  <a:lnTo>
                    <a:pt x="580217" y="170515"/>
                  </a:lnTo>
                  <a:lnTo>
                    <a:pt x="607578" y="208170"/>
                  </a:lnTo>
                  <a:lnTo>
                    <a:pt x="637988" y="243658"/>
                  </a:lnTo>
                  <a:lnTo>
                    <a:pt x="671138" y="276679"/>
                  </a:lnTo>
                  <a:lnTo>
                    <a:pt x="706718" y="306934"/>
                  </a:lnTo>
                  <a:lnTo>
                    <a:pt x="744419" y="334125"/>
                  </a:lnTo>
                  <a:lnTo>
                    <a:pt x="783931" y="357954"/>
                  </a:lnTo>
                  <a:lnTo>
                    <a:pt x="824944" y="378120"/>
                  </a:lnTo>
                  <a:lnTo>
                    <a:pt x="867149" y="394325"/>
                  </a:lnTo>
                  <a:lnTo>
                    <a:pt x="910235" y="406270"/>
                  </a:lnTo>
                  <a:lnTo>
                    <a:pt x="953893" y="413656"/>
                  </a:lnTo>
                  <a:lnTo>
                    <a:pt x="965528" y="414326"/>
                  </a:lnTo>
                </a:path>
                <a:path w="965834" h="916305">
                  <a:moveTo>
                    <a:pt x="965528" y="418043"/>
                  </a:moveTo>
                  <a:lnTo>
                    <a:pt x="910235" y="426099"/>
                  </a:lnTo>
                  <a:lnTo>
                    <a:pt x="867149" y="438042"/>
                  </a:lnTo>
                  <a:lnTo>
                    <a:pt x="824944" y="454243"/>
                  </a:lnTo>
                  <a:lnTo>
                    <a:pt x="783931" y="474402"/>
                  </a:lnTo>
                  <a:lnTo>
                    <a:pt x="744419" y="498218"/>
                  </a:lnTo>
                  <a:lnTo>
                    <a:pt x="706718" y="525393"/>
                  </a:lnTo>
                  <a:lnTo>
                    <a:pt x="671138" y="555625"/>
                  </a:lnTo>
                  <a:lnTo>
                    <a:pt x="637988" y="588616"/>
                  </a:lnTo>
                  <a:lnTo>
                    <a:pt x="607578" y="624065"/>
                  </a:lnTo>
                  <a:lnTo>
                    <a:pt x="580217" y="661672"/>
                  </a:lnTo>
                  <a:lnTo>
                    <a:pt x="556217" y="701138"/>
                  </a:lnTo>
                  <a:lnTo>
                    <a:pt x="535885" y="742162"/>
                  </a:lnTo>
                  <a:lnTo>
                    <a:pt x="519533" y="784446"/>
                  </a:lnTo>
                  <a:lnTo>
                    <a:pt x="507469" y="827688"/>
                  </a:lnTo>
                  <a:lnTo>
                    <a:pt x="500003" y="871590"/>
                  </a:lnTo>
                  <a:lnTo>
                    <a:pt x="497446" y="915851"/>
                  </a:lnTo>
                </a:path>
              </a:pathLst>
            </a:custGeom>
            <a:ln w="18718">
              <a:solidFill>
                <a:srgbClr val="36D636"/>
              </a:solidFill>
            </a:ln>
          </p:spPr>
          <p:txBody>
            <a:bodyPr wrap="square" lIns="0" tIns="0" rIns="0" bIns="0" rtlCol="0"/>
            <a:lstStyle/>
            <a:p>
              <a:endParaRPr/>
            </a:p>
          </p:txBody>
        </p:sp>
        <p:sp>
          <p:nvSpPr>
            <p:cNvPr id="5" name="object 5"/>
            <p:cNvSpPr/>
            <p:nvPr/>
          </p:nvSpPr>
          <p:spPr>
            <a:xfrm>
              <a:off x="17322418" y="840931"/>
              <a:ext cx="965835" cy="1000125"/>
            </a:xfrm>
            <a:custGeom>
              <a:avLst/>
              <a:gdLst/>
              <a:ahLst/>
              <a:cxnLst/>
              <a:rect l="l" t="t" r="r" b="b"/>
              <a:pathLst>
                <a:path w="965834" h="1000125">
                  <a:moveTo>
                    <a:pt x="497585" y="0"/>
                  </a:moveTo>
                  <a:lnTo>
                    <a:pt x="495050" y="44382"/>
                  </a:lnTo>
                  <a:lnTo>
                    <a:pt x="487646" y="88390"/>
                  </a:lnTo>
                  <a:lnTo>
                    <a:pt x="475680" y="131726"/>
                  </a:lnTo>
                  <a:lnTo>
                    <a:pt x="459456" y="174089"/>
                  </a:lnTo>
                  <a:lnTo>
                    <a:pt x="439280" y="215183"/>
                  </a:lnTo>
                  <a:lnTo>
                    <a:pt x="415457" y="254706"/>
                  </a:lnTo>
                  <a:lnTo>
                    <a:pt x="388292" y="292362"/>
                  </a:lnTo>
                  <a:lnTo>
                    <a:pt x="358091" y="327849"/>
                  </a:lnTo>
                  <a:lnTo>
                    <a:pt x="325158" y="360871"/>
                  </a:lnTo>
                  <a:lnTo>
                    <a:pt x="289800" y="391127"/>
                  </a:lnTo>
                  <a:lnTo>
                    <a:pt x="252320" y="418319"/>
                  </a:lnTo>
                  <a:lnTo>
                    <a:pt x="213025" y="442147"/>
                  </a:lnTo>
                  <a:lnTo>
                    <a:pt x="172220" y="462314"/>
                  </a:lnTo>
                  <a:lnTo>
                    <a:pt x="130209" y="478519"/>
                  </a:lnTo>
                  <a:lnTo>
                    <a:pt x="87299" y="490464"/>
                  </a:lnTo>
                  <a:lnTo>
                    <a:pt x="43794" y="497851"/>
                  </a:lnTo>
                  <a:lnTo>
                    <a:pt x="0" y="500379"/>
                  </a:lnTo>
                  <a:lnTo>
                    <a:pt x="43794" y="502908"/>
                  </a:lnTo>
                  <a:lnTo>
                    <a:pt x="87299" y="510294"/>
                  </a:lnTo>
                  <a:lnTo>
                    <a:pt x="130209" y="522237"/>
                  </a:lnTo>
                  <a:lnTo>
                    <a:pt x="172220" y="538438"/>
                  </a:lnTo>
                  <a:lnTo>
                    <a:pt x="213025" y="558596"/>
                  </a:lnTo>
                  <a:lnTo>
                    <a:pt x="252320" y="582412"/>
                  </a:lnTo>
                  <a:lnTo>
                    <a:pt x="289800" y="609586"/>
                  </a:lnTo>
                  <a:lnTo>
                    <a:pt x="325158" y="639819"/>
                  </a:lnTo>
                  <a:lnTo>
                    <a:pt x="358091" y="672809"/>
                  </a:lnTo>
                  <a:lnTo>
                    <a:pt x="388292" y="708258"/>
                  </a:lnTo>
                  <a:lnTo>
                    <a:pt x="415457" y="745865"/>
                  </a:lnTo>
                  <a:lnTo>
                    <a:pt x="439280" y="785332"/>
                  </a:lnTo>
                  <a:lnTo>
                    <a:pt x="459456" y="826357"/>
                  </a:lnTo>
                  <a:lnTo>
                    <a:pt x="475680" y="868641"/>
                  </a:lnTo>
                  <a:lnTo>
                    <a:pt x="487646" y="911884"/>
                  </a:lnTo>
                  <a:lnTo>
                    <a:pt x="495050" y="955786"/>
                  </a:lnTo>
                  <a:lnTo>
                    <a:pt x="497585" y="1000048"/>
                  </a:lnTo>
                  <a:lnTo>
                    <a:pt x="500142" y="955786"/>
                  </a:lnTo>
                  <a:lnTo>
                    <a:pt x="507604" y="911884"/>
                  </a:lnTo>
                  <a:lnTo>
                    <a:pt x="519662" y="868641"/>
                  </a:lnTo>
                  <a:lnTo>
                    <a:pt x="536008" y="826357"/>
                  </a:lnTo>
                  <a:lnTo>
                    <a:pt x="556331" y="785332"/>
                  </a:lnTo>
                  <a:lnTo>
                    <a:pt x="580323" y="745865"/>
                  </a:lnTo>
                  <a:lnTo>
                    <a:pt x="607673" y="708258"/>
                  </a:lnTo>
                  <a:lnTo>
                    <a:pt x="638073" y="672809"/>
                  </a:lnTo>
                  <a:lnTo>
                    <a:pt x="671212" y="639819"/>
                  </a:lnTo>
                  <a:lnTo>
                    <a:pt x="706783" y="609586"/>
                  </a:lnTo>
                  <a:lnTo>
                    <a:pt x="744474" y="582412"/>
                  </a:lnTo>
                  <a:lnTo>
                    <a:pt x="783977" y="558596"/>
                  </a:lnTo>
                  <a:lnTo>
                    <a:pt x="824982" y="538438"/>
                  </a:lnTo>
                  <a:lnTo>
                    <a:pt x="867181" y="522237"/>
                  </a:lnTo>
                  <a:lnTo>
                    <a:pt x="910262" y="510294"/>
                  </a:lnTo>
                  <a:lnTo>
                    <a:pt x="953918" y="502908"/>
                  </a:lnTo>
                  <a:lnTo>
                    <a:pt x="965602" y="502235"/>
                  </a:lnTo>
                  <a:lnTo>
                    <a:pt x="965602" y="498524"/>
                  </a:lnTo>
                  <a:lnTo>
                    <a:pt x="910262" y="490464"/>
                  </a:lnTo>
                  <a:lnTo>
                    <a:pt x="867181" y="478519"/>
                  </a:lnTo>
                  <a:lnTo>
                    <a:pt x="824982" y="462314"/>
                  </a:lnTo>
                  <a:lnTo>
                    <a:pt x="783977" y="442147"/>
                  </a:lnTo>
                  <a:lnTo>
                    <a:pt x="744474" y="418319"/>
                  </a:lnTo>
                  <a:lnTo>
                    <a:pt x="706783" y="391127"/>
                  </a:lnTo>
                  <a:lnTo>
                    <a:pt x="671212" y="360871"/>
                  </a:lnTo>
                  <a:lnTo>
                    <a:pt x="638073" y="327849"/>
                  </a:lnTo>
                  <a:lnTo>
                    <a:pt x="607673" y="292362"/>
                  </a:lnTo>
                  <a:lnTo>
                    <a:pt x="580323" y="254706"/>
                  </a:lnTo>
                  <a:lnTo>
                    <a:pt x="556331" y="215183"/>
                  </a:lnTo>
                  <a:lnTo>
                    <a:pt x="536008" y="174089"/>
                  </a:lnTo>
                  <a:lnTo>
                    <a:pt x="519662" y="131726"/>
                  </a:lnTo>
                  <a:lnTo>
                    <a:pt x="507604" y="88390"/>
                  </a:lnTo>
                  <a:lnTo>
                    <a:pt x="500142" y="44382"/>
                  </a:lnTo>
                  <a:lnTo>
                    <a:pt x="497585" y="0"/>
                  </a:lnTo>
                  <a:close/>
                </a:path>
              </a:pathLst>
            </a:custGeom>
            <a:solidFill>
              <a:srgbClr val="36D636"/>
            </a:solidFill>
          </p:spPr>
          <p:txBody>
            <a:bodyPr wrap="square" lIns="0" tIns="0" rIns="0" bIns="0" rtlCol="0"/>
            <a:lstStyle/>
            <a:p>
              <a:endParaRPr/>
            </a:p>
          </p:txBody>
        </p:sp>
        <p:sp>
          <p:nvSpPr>
            <p:cNvPr id="6" name="object 6"/>
            <p:cNvSpPr/>
            <p:nvPr/>
          </p:nvSpPr>
          <p:spPr>
            <a:xfrm>
              <a:off x="17322494" y="840982"/>
              <a:ext cx="965835" cy="1000125"/>
            </a:xfrm>
            <a:custGeom>
              <a:avLst/>
              <a:gdLst/>
              <a:ahLst/>
              <a:cxnLst/>
              <a:rect l="l" t="t" r="r" b="b"/>
              <a:pathLst>
                <a:path w="965834" h="1000125">
                  <a:moveTo>
                    <a:pt x="497446" y="1000030"/>
                  </a:moveTo>
                  <a:lnTo>
                    <a:pt x="494912" y="955770"/>
                  </a:lnTo>
                  <a:lnTo>
                    <a:pt x="487512" y="911869"/>
                  </a:lnTo>
                  <a:lnTo>
                    <a:pt x="475551" y="868627"/>
                  </a:lnTo>
                  <a:lnTo>
                    <a:pt x="459335" y="826344"/>
                  </a:lnTo>
                  <a:lnTo>
                    <a:pt x="439169" y="785320"/>
                  </a:lnTo>
                  <a:lnTo>
                    <a:pt x="415356" y="745855"/>
                  </a:lnTo>
                  <a:lnTo>
                    <a:pt x="388202" y="708249"/>
                  </a:lnTo>
                  <a:lnTo>
                    <a:pt x="358013" y="672801"/>
                  </a:lnTo>
                  <a:lnTo>
                    <a:pt x="325092" y="639812"/>
                  </a:lnTo>
                  <a:lnTo>
                    <a:pt x="289746" y="609580"/>
                  </a:lnTo>
                  <a:lnTo>
                    <a:pt x="252278" y="582407"/>
                  </a:lnTo>
                  <a:lnTo>
                    <a:pt x="212993" y="558592"/>
                  </a:lnTo>
                  <a:lnTo>
                    <a:pt x="172198" y="538434"/>
                  </a:lnTo>
                  <a:lnTo>
                    <a:pt x="130196" y="522234"/>
                  </a:lnTo>
                  <a:lnTo>
                    <a:pt x="87292" y="510291"/>
                  </a:lnTo>
                  <a:lnTo>
                    <a:pt x="43792" y="502905"/>
                  </a:lnTo>
                  <a:lnTo>
                    <a:pt x="0" y="500377"/>
                  </a:lnTo>
                  <a:lnTo>
                    <a:pt x="43792" y="497848"/>
                  </a:lnTo>
                  <a:lnTo>
                    <a:pt x="87292" y="490462"/>
                  </a:lnTo>
                  <a:lnTo>
                    <a:pt x="130196" y="478516"/>
                  </a:lnTo>
                  <a:lnTo>
                    <a:pt x="172198" y="462310"/>
                  </a:lnTo>
                  <a:lnTo>
                    <a:pt x="212993" y="442144"/>
                  </a:lnTo>
                  <a:lnTo>
                    <a:pt x="252278" y="418315"/>
                  </a:lnTo>
                  <a:lnTo>
                    <a:pt x="289746" y="391123"/>
                  </a:lnTo>
                  <a:lnTo>
                    <a:pt x="325092" y="360867"/>
                  </a:lnTo>
                  <a:lnTo>
                    <a:pt x="358013" y="327845"/>
                  </a:lnTo>
                  <a:lnTo>
                    <a:pt x="388202" y="292357"/>
                  </a:lnTo>
                  <a:lnTo>
                    <a:pt x="415356" y="254702"/>
                  </a:lnTo>
                  <a:lnTo>
                    <a:pt x="439169" y="215179"/>
                  </a:lnTo>
                  <a:lnTo>
                    <a:pt x="459335" y="174086"/>
                  </a:lnTo>
                  <a:lnTo>
                    <a:pt x="475551" y="131723"/>
                  </a:lnTo>
                  <a:lnTo>
                    <a:pt x="487512" y="88388"/>
                  </a:lnTo>
                  <a:lnTo>
                    <a:pt x="494912" y="44380"/>
                  </a:lnTo>
                  <a:lnTo>
                    <a:pt x="497446" y="0"/>
                  </a:lnTo>
                  <a:lnTo>
                    <a:pt x="500003" y="44380"/>
                  </a:lnTo>
                  <a:lnTo>
                    <a:pt x="507469" y="88388"/>
                  </a:lnTo>
                  <a:lnTo>
                    <a:pt x="519533" y="131723"/>
                  </a:lnTo>
                  <a:lnTo>
                    <a:pt x="535885" y="174086"/>
                  </a:lnTo>
                  <a:lnTo>
                    <a:pt x="556217" y="215179"/>
                  </a:lnTo>
                  <a:lnTo>
                    <a:pt x="580217" y="254702"/>
                  </a:lnTo>
                  <a:lnTo>
                    <a:pt x="607578" y="292357"/>
                  </a:lnTo>
                  <a:lnTo>
                    <a:pt x="637988" y="327845"/>
                  </a:lnTo>
                  <a:lnTo>
                    <a:pt x="671138" y="360867"/>
                  </a:lnTo>
                  <a:lnTo>
                    <a:pt x="706718" y="391123"/>
                  </a:lnTo>
                  <a:lnTo>
                    <a:pt x="744419" y="418315"/>
                  </a:lnTo>
                  <a:lnTo>
                    <a:pt x="783931" y="442144"/>
                  </a:lnTo>
                  <a:lnTo>
                    <a:pt x="824944" y="462310"/>
                  </a:lnTo>
                  <a:lnTo>
                    <a:pt x="867149" y="478516"/>
                  </a:lnTo>
                  <a:lnTo>
                    <a:pt x="910235" y="490462"/>
                  </a:lnTo>
                  <a:lnTo>
                    <a:pt x="953893" y="497848"/>
                  </a:lnTo>
                  <a:lnTo>
                    <a:pt x="965528" y="498518"/>
                  </a:lnTo>
                </a:path>
                <a:path w="965834" h="1000125">
                  <a:moveTo>
                    <a:pt x="965528" y="502236"/>
                  </a:moveTo>
                  <a:lnTo>
                    <a:pt x="910235" y="510291"/>
                  </a:lnTo>
                  <a:lnTo>
                    <a:pt x="867149" y="522234"/>
                  </a:lnTo>
                  <a:lnTo>
                    <a:pt x="824944" y="538434"/>
                  </a:lnTo>
                  <a:lnTo>
                    <a:pt x="783931" y="558592"/>
                  </a:lnTo>
                  <a:lnTo>
                    <a:pt x="744419" y="582407"/>
                  </a:lnTo>
                  <a:lnTo>
                    <a:pt x="706718" y="609580"/>
                  </a:lnTo>
                  <a:lnTo>
                    <a:pt x="671138" y="639812"/>
                  </a:lnTo>
                  <a:lnTo>
                    <a:pt x="637988" y="672801"/>
                  </a:lnTo>
                  <a:lnTo>
                    <a:pt x="607578" y="708249"/>
                  </a:lnTo>
                  <a:lnTo>
                    <a:pt x="580217" y="745855"/>
                  </a:lnTo>
                  <a:lnTo>
                    <a:pt x="556217" y="785320"/>
                  </a:lnTo>
                  <a:lnTo>
                    <a:pt x="535885" y="826344"/>
                  </a:lnTo>
                  <a:lnTo>
                    <a:pt x="519533" y="868627"/>
                  </a:lnTo>
                  <a:lnTo>
                    <a:pt x="507469" y="911869"/>
                  </a:lnTo>
                  <a:lnTo>
                    <a:pt x="500003" y="955770"/>
                  </a:lnTo>
                  <a:lnTo>
                    <a:pt x="497446" y="1000030"/>
                  </a:lnTo>
                </a:path>
              </a:pathLst>
            </a:custGeom>
            <a:ln w="18718">
              <a:solidFill>
                <a:srgbClr val="36D636"/>
              </a:solidFill>
            </a:ln>
          </p:spPr>
          <p:txBody>
            <a:bodyPr wrap="square" lIns="0" tIns="0" rIns="0" bIns="0" rtlCol="0"/>
            <a:lstStyle/>
            <a:p>
              <a:endParaRPr/>
            </a:p>
          </p:txBody>
        </p:sp>
        <p:sp>
          <p:nvSpPr>
            <p:cNvPr id="7" name="object 7"/>
            <p:cNvSpPr/>
            <p:nvPr/>
          </p:nvSpPr>
          <p:spPr>
            <a:xfrm>
              <a:off x="17297222" y="0"/>
              <a:ext cx="991235" cy="1841500"/>
            </a:xfrm>
            <a:custGeom>
              <a:avLst/>
              <a:gdLst/>
              <a:ahLst/>
              <a:cxnLst/>
              <a:rect l="l" t="t" r="r" b="b"/>
              <a:pathLst>
                <a:path w="991234" h="1841500">
                  <a:moveTo>
                    <a:pt x="990800" y="1841013"/>
                  </a:moveTo>
                  <a:lnTo>
                    <a:pt x="0" y="1841013"/>
                  </a:lnTo>
                  <a:lnTo>
                    <a:pt x="0" y="0"/>
                  </a:lnTo>
                </a:path>
              </a:pathLst>
            </a:custGeom>
            <a:ln w="38157">
              <a:solidFill>
                <a:srgbClr val="959595"/>
              </a:solidFill>
            </a:ln>
          </p:spPr>
          <p:txBody>
            <a:bodyPr wrap="square" lIns="0" tIns="0" rIns="0" bIns="0" rtlCol="0"/>
            <a:lstStyle/>
            <a:p>
              <a:endParaRPr/>
            </a:p>
          </p:txBody>
        </p:sp>
      </p:grpSp>
      <p:grpSp>
        <p:nvGrpSpPr>
          <p:cNvPr id="8" name="object 8"/>
          <p:cNvGrpSpPr/>
          <p:nvPr/>
        </p:nvGrpSpPr>
        <p:grpSpPr>
          <a:xfrm>
            <a:off x="17591764" y="2317642"/>
            <a:ext cx="459740" cy="459740"/>
            <a:chOff x="17591764" y="2317642"/>
            <a:chExt cx="459740" cy="459740"/>
          </a:xfrm>
        </p:grpSpPr>
        <p:sp>
          <p:nvSpPr>
            <p:cNvPr id="9" name="object 9"/>
            <p:cNvSpPr/>
            <p:nvPr/>
          </p:nvSpPr>
          <p:spPr>
            <a:xfrm>
              <a:off x="17601057" y="2326970"/>
              <a:ext cx="440690" cy="440690"/>
            </a:xfrm>
            <a:custGeom>
              <a:avLst/>
              <a:gdLst/>
              <a:ahLst/>
              <a:cxnLst/>
              <a:rect l="l" t="t" r="r" b="b"/>
              <a:pathLst>
                <a:path w="440690" h="440689">
                  <a:moveTo>
                    <a:pt x="231902" y="0"/>
                  </a:moveTo>
                  <a:lnTo>
                    <a:pt x="208788" y="0"/>
                  </a:lnTo>
                  <a:lnTo>
                    <a:pt x="185801" y="2870"/>
                  </a:lnTo>
                  <a:lnTo>
                    <a:pt x="141097" y="14389"/>
                  </a:lnTo>
                  <a:lnTo>
                    <a:pt x="110236" y="29514"/>
                  </a:lnTo>
                  <a:lnTo>
                    <a:pt x="100076" y="35267"/>
                  </a:lnTo>
                  <a:lnTo>
                    <a:pt x="64770" y="64795"/>
                  </a:lnTo>
                  <a:lnTo>
                    <a:pt x="35306" y="100076"/>
                  </a:lnTo>
                  <a:lnTo>
                    <a:pt x="29591" y="110147"/>
                  </a:lnTo>
                  <a:lnTo>
                    <a:pt x="23749" y="120230"/>
                  </a:lnTo>
                  <a:lnTo>
                    <a:pt x="7239" y="163423"/>
                  </a:lnTo>
                  <a:lnTo>
                    <a:pt x="1524" y="197269"/>
                  </a:lnTo>
                  <a:lnTo>
                    <a:pt x="0" y="208788"/>
                  </a:lnTo>
                  <a:lnTo>
                    <a:pt x="0" y="220306"/>
                  </a:lnTo>
                  <a:lnTo>
                    <a:pt x="0" y="231825"/>
                  </a:lnTo>
                  <a:lnTo>
                    <a:pt x="1524" y="243344"/>
                  </a:lnTo>
                  <a:lnTo>
                    <a:pt x="10795" y="287985"/>
                  </a:lnTo>
                  <a:lnTo>
                    <a:pt x="29591" y="330466"/>
                  </a:lnTo>
                  <a:lnTo>
                    <a:pt x="56896" y="367182"/>
                  </a:lnTo>
                  <a:lnTo>
                    <a:pt x="82169" y="390944"/>
                  </a:lnTo>
                  <a:lnTo>
                    <a:pt x="90805" y="398145"/>
                  </a:lnTo>
                  <a:lnTo>
                    <a:pt x="131064" y="421182"/>
                  </a:lnTo>
                  <a:lnTo>
                    <a:pt x="175006" y="434860"/>
                  </a:lnTo>
                  <a:lnTo>
                    <a:pt x="185801" y="437019"/>
                  </a:lnTo>
                  <a:lnTo>
                    <a:pt x="197358" y="438454"/>
                  </a:lnTo>
                  <a:lnTo>
                    <a:pt x="208788" y="439902"/>
                  </a:lnTo>
                  <a:lnTo>
                    <a:pt x="220345" y="439902"/>
                  </a:lnTo>
                  <a:lnTo>
                    <a:pt x="220345" y="440626"/>
                  </a:lnTo>
                  <a:lnTo>
                    <a:pt x="231902" y="440626"/>
                  </a:lnTo>
                  <a:lnTo>
                    <a:pt x="243332" y="439178"/>
                  </a:lnTo>
                  <a:lnTo>
                    <a:pt x="254889" y="437743"/>
                  </a:lnTo>
                  <a:lnTo>
                    <a:pt x="309626" y="421182"/>
                  </a:lnTo>
                  <a:lnTo>
                    <a:pt x="349250" y="398145"/>
                  </a:lnTo>
                  <a:lnTo>
                    <a:pt x="383794" y="367182"/>
                  </a:lnTo>
                  <a:lnTo>
                    <a:pt x="390906" y="358546"/>
                  </a:lnTo>
                  <a:lnTo>
                    <a:pt x="398145" y="349910"/>
                  </a:lnTo>
                  <a:lnTo>
                    <a:pt x="421259" y="309587"/>
                  </a:lnTo>
                  <a:lnTo>
                    <a:pt x="434848" y="265658"/>
                  </a:lnTo>
                  <a:lnTo>
                    <a:pt x="437007" y="254863"/>
                  </a:lnTo>
                  <a:lnTo>
                    <a:pt x="438531" y="243344"/>
                  </a:lnTo>
                  <a:lnTo>
                    <a:pt x="439928" y="231825"/>
                  </a:lnTo>
                  <a:lnTo>
                    <a:pt x="439928" y="220306"/>
                  </a:lnTo>
                  <a:lnTo>
                    <a:pt x="440690" y="220306"/>
                  </a:lnTo>
                  <a:lnTo>
                    <a:pt x="440690" y="208788"/>
                  </a:lnTo>
                  <a:lnTo>
                    <a:pt x="439166" y="197269"/>
                  </a:lnTo>
                  <a:lnTo>
                    <a:pt x="437769" y="185750"/>
                  </a:lnTo>
                  <a:lnTo>
                    <a:pt x="426212" y="141109"/>
                  </a:lnTo>
                  <a:lnTo>
                    <a:pt x="411099" y="110147"/>
                  </a:lnTo>
                  <a:lnTo>
                    <a:pt x="405384" y="100076"/>
                  </a:lnTo>
                  <a:lnTo>
                    <a:pt x="398907" y="90716"/>
                  </a:lnTo>
                  <a:lnTo>
                    <a:pt x="391668" y="81343"/>
                  </a:lnTo>
                  <a:lnTo>
                    <a:pt x="383794" y="72707"/>
                  </a:lnTo>
                  <a:lnTo>
                    <a:pt x="375793" y="64795"/>
                  </a:lnTo>
                  <a:lnTo>
                    <a:pt x="367919" y="56870"/>
                  </a:lnTo>
                  <a:lnTo>
                    <a:pt x="359283" y="48945"/>
                  </a:lnTo>
                  <a:lnTo>
                    <a:pt x="349885" y="41757"/>
                  </a:lnTo>
                  <a:lnTo>
                    <a:pt x="340614" y="35267"/>
                  </a:lnTo>
                  <a:lnTo>
                    <a:pt x="330454" y="29514"/>
                  </a:lnTo>
                  <a:lnTo>
                    <a:pt x="320421" y="23749"/>
                  </a:lnTo>
                  <a:lnTo>
                    <a:pt x="277241" y="7188"/>
                  </a:lnTo>
                  <a:lnTo>
                    <a:pt x="254889" y="2870"/>
                  </a:lnTo>
                  <a:lnTo>
                    <a:pt x="231902" y="0"/>
                  </a:lnTo>
                  <a:close/>
                </a:path>
              </a:pathLst>
            </a:custGeom>
            <a:solidFill>
              <a:srgbClr val="959595"/>
            </a:solidFill>
          </p:spPr>
          <p:txBody>
            <a:bodyPr wrap="square" lIns="0" tIns="0" rIns="0" bIns="0" rtlCol="0"/>
            <a:lstStyle/>
            <a:p>
              <a:endParaRPr/>
            </a:p>
          </p:txBody>
        </p:sp>
        <p:sp>
          <p:nvSpPr>
            <p:cNvPr id="10" name="object 10"/>
            <p:cNvSpPr/>
            <p:nvPr/>
          </p:nvSpPr>
          <p:spPr>
            <a:xfrm>
              <a:off x="17601124" y="2327001"/>
              <a:ext cx="440690" cy="440690"/>
            </a:xfrm>
            <a:custGeom>
              <a:avLst/>
              <a:gdLst/>
              <a:ahLst/>
              <a:cxnLst/>
              <a:rect l="l" t="t" r="r" b="b"/>
              <a:pathLst>
                <a:path w="440690" h="440689">
                  <a:moveTo>
                    <a:pt x="0" y="220311"/>
                  </a:moveTo>
                  <a:lnTo>
                    <a:pt x="0" y="208792"/>
                  </a:lnTo>
                  <a:lnTo>
                    <a:pt x="1396" y="197273"/>
                  </a:lnTo>
                  <a:lnTo>
                    <a:pt x="2793" y="185753"/>
                  </a:lnTo>
                  <a:lnTo>
                    <a:pt x="14350" y="141112"/>
                  </a:lnTo>
                  <a:lnTo>
                    <a:pt x="35305" y="100077"/>
                  </a:lnTo>
                  <a:lnTo>
                    <a:pt x="64768" y="64796"/>
                  </a:lnTo>
                  <a:lnTo>
                    <a:pt x="100073" y="35281"/>
                  </a:lnTo>
                  <a:lnTo>
                    <a:pt x="141093" y="14402"/>
                  </a:lnTo>
                  <a:lnTo>
                    <a:pt x="185669" y="2882"/>
                  </a:lnTo>
                  <a:lnTo>
                    <a:pt x="197226" y="1447"/>
                  </a:lnTo>
                  <a:lnTo>
                    <a:pt x="208782" y="0"/>
                  </a:lnTo>
                  <a:lnTo>
                    <a:pt x="220212" y="0"/>
                  </a:lnTo>
                  <a:lnTo>
                    <a:pt x="231769" y="0"/>
                  </a:lnTo>
                  <a:lnTo>
                    <a:pt x="243325" y="1447"/>
                  </a:lnTo>
                  <a:lnTo>
                    <a:pt x="288663" y="10807"/>
                  </a:lnTo>
                  <a:lnTo>
                    <a:pt x="330445" y="29515"/>
                  </a:lnTo>
                  <a:lnTo>
                    <a:pt x="367909" y="56884"/>
                  </a:lnTo>
                  <a:lnTo>
                    <a:pt x="398770" y="90717"/>
                  </a:lnTo>
                  <a:lnTo>
                    <a:pt x="421883" y="131041"/>
                  </a:lnTo>
                  <a:lnTo>
                    <a:pt x="435472" y="174234"/>
                  </a:lnTo>
                  <a:lnTo>
                    <a:pt x="440551" y="208792"/>
                  </a:lnTo>
                  <a:lnTo>
                    <a:pt x="440551" y="220311"/>
                  </a:lnTo>
                  <a:lnTo>
                    <a:pt x="439789" y="220311"/>
                  </a:lnTo>
                  <a:lnTo>
                    <a:pt x="439789" y="231830"/>
                  </a:lnTo>
                  <a:lnTo>
                    <a:pt x="438393" y="243349"/>
                  </a:lnTo>
                  <a:lnTo>
                    <a:pt x="436996" y="254868"/>
                  </a:lnTo>
                  <a:lnTo>
                    <a:pt x="434837" y="265663"/>
                  </a:lnTo>
                  <a:lnTo>
                    <a:pt x="432678" y="277195"/>
                  </a:lnTo>
                  <a:lnTo>
                    <a:pt x="428995" y="287990"/>
                  </a:lnTo>
                  <a:lnTo>
                    <a:pt x="425439" y="298786"/>
                  </a:lnTo>
                  <a:lnTo>
                    <a:pt x="421121" y="309594"/>
                  </a:lnTo>
                  <a:lnTo>
                    <a:pt x="398135" y="349917"/>
                  </a:lnTo>
                  <a:lnTo>
                    <a:pt x="390896" y="358553"/>
                  </a:lnTo>
                  <a:lnTo>
                    <a:pt x="383657" y="367189"/>
                  </a:lnTo>
                  <a:lnTo>
                    <a:pt x="349114" y="398140"/>
                  </a:lnTo>
                  <a:lnTo>
                    <a:pt x="339716" y="404630"/>
                  </a:lnTo>
                  <a:lnTo>
                    <a:pt x="330445" y="411107"/>
                  </a:lnTo>
                  <a:lnTo>
                    <a:pt x="287901" y="429827"/>
                  </a:lnTo>
                  <a:lnTo>
                    <a:pt x="243325" y="439187"/>
                  </a:lnTo>
                  <a:lnTo>
                    <a:pt x="231769" y="440622"/>
                  </a:lnTo>
                  <a:lnTo>
                    <a:pt x="220212" y="440622"/>
                  </a:lnTo>
                  <a:lnTo>
                    <a:pt x="220212" y="439911"/>
                  </a:lnTo>
                  <a:lnTo>
                    <a:pt x="208782" y="439911"/>
                  </a:lnTo>
                  <a:lnTo>
                    <a:pt x="197226" y="438463"/>
                  </a:lnTo>
                  <a:lnTo>
                    <a:pt x="185669" y="437028"/>
                  </a:lnTo>
                  <a:lnTo>
                    <a:pt x="174874" y="434869"/>
                  </a:lnTo>
                  <a:lnTo>
                    <a:pt x="163444" y="432710"/>
                  </a:lnTo>
                  <a:lnTo>
                    <a:pt x="152650" y="429103"/>
                  </a:lnTo>
                  <a:lnTo>
                    <a:pt x="141855" y="425509"/>
                  </a:lnTo>
                  <a:lnTo>
                    <a:pt x="100708" y="404630"/>
                  </a:lnTo>
                  <a:lnTo>
                    <a:pt x="64768" y="375825"/>
                  </a:lnTo>
                  <a:lnTo>
                    <a:pt x="35940" y="339833"/>
                  </a:lnTo>
                  <a:lnTo>
                    <a:pt x="15112" y="298786"/>
                  </a:lnTo>
                  <a:lnTo>
                    <a:pt x="10794" y="287990"/>
                  </a:lnTo>
                  <a:lnTo>
                    <a:pt x="7873" y="277195"/>
                  </a:lnTo>
                  <a:lnTo>
                    <a:pt x="4952" y="265663"/>
                  </a:lnTo>
                  <a:lnTo>
                    <a:pt x="2793" y="254868"/>
                  </a:lnTo>
                  <a:lnTo>
                    <a:pt x="1396" y="243349"/>
                  </a:lnTo>
                  <a:lnTo>
                    <a:pt x="0" y="231830"/>
                  </a:lnTo>
                  <a:lnTo>
                    <a:pt x="0" y="220311"/>
                  </a:lnTo>
                  <a:close/>
                </a:path>
              </a:pathLst>
            </a:custGeom>
            <a:ln w="18718">
              <a:solidFill>
                <a:srgbClr val="959595"/>
              </a:solidFill>
            </a:ln>
          </p:spPr>
          <p:txBody>
            <a:bodyPr wrap="square" lIns="0" tIns="0" rIns="0" bIns="0" rtlCol="0"/>
            <a:lstStyle/>
            <a:p>
              <a:endParaRPr/>
            </a:p>
          </p:txBody>
        </p:sp>
      </p:grpSp>
      <p:grpSp>
        <p:nvGrpSpPr>
          <p:cNvPr id="11" name="object 11"/>
          <p:cNvGrpSpPr/>
          <p:nvPr/>
        </p:nvGrpSpPr>
        <p:grpSpPr>
          <a:xfrm>
            <a:off x="-9359" y="9760438"/>
            <a:ext cx="595630" cy="535940"/>
            <a:chOff x="-9359" y="9760438"/>
            <a:chExt cx="595630" cy="535940"/>
          </a:xfrm>
        </p:grpSpPr>
        <p:sp>
          <p:nvSpPr>
            <p:cNvPr id="12" name="object 12"/>
            <p:cNvSpPr/>
            <p:nvPr/>
          </p:nvSpPr>
          <p:spPr>
            <a:xfrm>
              <a:off x="0" y="9769798"/>
              <a:ext cx="576580" cy="517525"/>
            </a:xfrm>
            <a:custGeom>
              <a:avLst/>
              <a:gdLst/>
              <a:ahLst/>
              <a:cxnLst/>
              <a:rect l="l" t="t" r="r" b="b"/>
              <a:pathLst>
                <a:path w="576580" h="517525">
                  <a:moveTo>
                    <a:pt x="0" y="0"/>
                  </a:moveTo>
                  <a:lnTo>
                    <a:pt x="0" y="517199"/>
                  </a:lnTo>
                  <a:lnTo>
                    <a:pt x="576456" y="517199"/>
                  </a:lnTo>
                  <a:lnTo>
                    <a:pt x="567352" y="463557"/>
                  </a:lnTo>
                  <a:lnTo>
                    <a:pt x="551512" y="404517"/>
                  </a:lnTo>
                  <a:lnTo>
                    <a:pt x="529912" y="346920"/>
                  </a:lnTo>
                  <a:lnTo>
                    <a:pt x="501834" y="292921"/>
                  </a:lnTo>
                  <a:lnTo>
                    <a:pt x="468713" y="241078"/>
                  </a:lnTo>
                  <a:lnTo>
                    <a:pt x="429835" y="193557"/>
                  </a:lnTo>
                  <a:lnTo>
                    <a:pt x="386636" y="150358"/>
                  </a:lnTo>
                  <a:lnTo>
                    <a:pt x="339115" y="111480"/>
                  </a:lnTo>
                  <a:lnTo>
                    <a:pt x="287997" y="78359"/>
                  </a:lnTo>
                  <a:lnTo>
                    <a:pt x="233278" y="50281"/>
                  </a:lnTo>
                  <a:lnTo>
                    <a:pt x="175676" y="28681"/>
                  </a:lnTo>
                  <a:lnTo>
                    <a:pt x="116636" y="12841"/>
                  </a:lnTo>
                  <a:lnTo>
                    <a:pt x="56157" y="2760"/>
                  </a:lnTo>
                  <a:lnTo>
                    <a:pt x="0" y="0"/>
                  </a:lnTo>
                  <a:close/>
                </a:path>
              </a:pathLst>
            </a:custGeom>
            <a:solidFill>
              <a:srgbClr val="959595"/>
            </a:solidFill>
          </p:spPr>
          <p:txBody>
            <a:bodyPr wrap="square" lIns="0" tIns="0" rIns="0" bIns="0" rtlCol="0"/>
            <a:lstStyle/>
            <a:p>
              <a:endParaRPr/>
            </a:p>
          </p:txBody>
        </p:sp>
        <p:sp>
          <p:nvSpPr>
            <p:cNvPr id="13" name="object 13"/>
            <p:cNvSpPr/>
            <p:nvPr/>
          </p:nvSpPr>
          <p:spPr>
            <a:xfrm>
              <a:off x="0" y="9769798"/>
              <a:ext cx="576580" cy="517525"/>
            </a:xfrm>
            <a:custGeom>
              <a:avLst/>
              <a:gdLst/>
              <a:ahLst/>
              <a:cxnLst/>
              <a:rect l="l" t="t" r="r" b="b"/>
              <a:pathLst>
                <a:path w="576580" h="517525">
                  <a:moveTo>
                    <a:pt x="0" y="0"/>
                  </a:moveTo>
                  <a:lnTo>
                    <a:pt x="56157" y="2760"/>
                  </a:lnTo>
                  <a:lnTo>
                    <a:pt x="116636" y="12841"/>
                  </a:lnTo>
                  <a:lnTo>
                    <a:pt x="175676" y="28681"/>
                  </a:lnTo>
                  <a:lnTo>
                    <a:pt x="233278" y="50281"/>
                  </a:lnTo>
                  <a:lnTo>
                    <a:pt x="287997" y="78359"/>
                  </a:lnTo>
                  <a:lnTo>
                    <a:pt x="339115" y="111480"/>
                  </a:lnTo>
                  <a:lnTo>
                    <a:pt x="386636" y="150358"/>
                  </a:lnTo>
                  <a:lnTo>
                    <a:pt x="429835" y="193557"/>
                  </a:lnTo>
                  <a:lnTo>
                    <a:pt x="468713" y="241078"/>
                  </a:lnTo>
                  <a:lnTo>
                    <a:pt x="501834" y="292921"/>
                  </a:lnTo>
                  <a:lnTo>
                    <a:pt x="529912" y="346920"/>
                  </a:lnTo>
                  <a:lnTo>
                    <a:pt x="551512" y="404517"/>
                  </a:lnTo>
                  <a:lnTo>
                    <a:pt x="567352" y="463557"/>
                  </a:lnTo>
                  <a:lnTo>
                    <a:pt x="573112" y="493799"/>
                  </a:lnTo>
                  <a:lnTo>
                    <a:pt x="576456" y="517199"/>
                  </a:lnTo>
                </a:path>
              </a:pathLst>
            </a:custGeom>
            <a:ln w="18719">
              <a:solidFill>
                <a:srgbClr val="959595"/>
              </a:solidFill>
            </a:ln>
          </p:spPr>
          <p:txBody>
            <a:bodyPr wrap="square" lIns="0" tIns="0" rIns="0" bIns="0" rtlCol="0"/>
            <a:lstStyle/>
            <a:p>
              <a:endParaRPr/>
            </a:p>
          </p:txBody>
        </p:sp>
      </p:grpSp>
      <p:grpSp>
        <p:nvGrpSpPr>
          <p:cNvPr id="14" name="object 14"/>
          <p:cNvGrpSpPr/>
          <p:nvPr/>
        </p:nvGrpSpPr>
        <p:grpSpPr>
          <a:xfrm>
            <a:off x="328317" y="742289"/>
            <a:ext cx="671195" cy="669290"/>
            <a:chOff x="328317" y="742289"/>
            <a:chExt cx="671195" cy="669290"/>
          </a:xfrm>
        </p:grpSpPr>
        <p:sp>
          <p:nvSpPr>
            <p:cNvPr id="15" name="object 15"/>
            <p:cNvSpPr/>
            <p:nvPr/>
          </p:nvSpPr>
          <p:spPr>
            <a:xfrm>
              <a:off x="337676" y="751675"/>
              <a:ext cx="652780" cy="650240"/>
            </a:xfrm>
            <a:custGeom>
              <a:avLst/>
              <a:gdLst/>
              <a:ahLst/>
              <a:cxnLst/>
              <a:rect l="l" t="t" r="r" b="b"/>
              <a:pathLst>
                <a:path w="652780" h="650240">
                  <a:moveTo>
                    <a:pt x="326101" y="0"/>
                  </a:moveTo>
                  <a:lnTo>
                    <a:pt x="322189" y="44056"/>
                  </a:lnTo>
                  <a:lnTo>
                    <a:pt x="310940" y="87383"/>
                  </a:lnTo>
                  <a:lnTo>
                    <a:pt x="293084" y="129250"/>
                  </a:lnTo>
                  <a:lnTo>
                    <a:pt x="269352" y="168925"/>
                  </a:lnTo>
                  <a:lnTo>
                    <a:pt x="240472" y="205680"/>
                  </a:lnTo>
                  <a:lnTo>
                    <a:pt x="207176" y="238783"/>
                  </a:lnTo>
                  <a:lnTo>
                    <a:pt x="170193" y="267506"/>
                  </a:lnTo>
                  <a:lnTo>
                    <a:pt x="130254" y="291116"/>
                  </a:lnTo>
                  <a:lnTo>
                    <a:pt x="88089" y="308885"/>
                  </a:lnTo>
                  <a:lnTo>
                    <a:pt x="44427" y="320082"/>
                  </a:lnTo>
                  <a:lnTo>
                    <a:pt x="0" y="323977"/>
                  </a:lnTo>
                  <a:lnTo>
                    <a:pt x="44427" y="327905"/>
                  </a:lnTo>
                  <a:lnTo>
                    <a:pt x="88089" y="339198"/>
                  </a:lnTo>
                  <a:lnTo>
                    <a:pt x="130254" y="357116"/>
                  </a:lnTo>
                  <a:lnTo>
                    <a:pt x="170193" y="380917"/>
                  </a:lnTo>
                  <a:lnTo>
                    <a:pt x="207176" y="409863"/>
                  </a:lnTo>
                  <a:lnTo>
                    <a:pt x="240472" y="443213"/>
                  </a:lnTo>
                  <a:lnTo>
                    <a:pt x="269352" y="480227"/>
                  </a:lnTo>
                  <a:lnTo>
                    <a:pt x="293084" y="520165"/>
                  </a:lnTo>
                  <a:lnTo>
                    <a:pt x="310940" y="562288"/>
                  </a:lnTo>
                  <a:lnTo>
                    <a:pt x="322189" y="605854"/>
                  </a:lnTo>
                  <a:lnTo>
                    <a:pt x="326101" y="650125"/>
                  </a:lnTo>
                  <a:lnTo>
                    <a:pt x="329997" y="605854"/>
                  </a:lnTo>
                  <a:lnTo>
                    <a:pt x="341204" y="562288"/>
                  </a:lnTo>
                  <a:lnTo>
                    <a:pt x="359001" y="520165"/>
                  </a:lnTo>
                  <a:lnTo>
                    <a:pt x="382669" y="480227"/>
                  </a:lnTo>
                  <a:lnTo>
                    <a:pt x="411487" y="443213"/>
                  </a:lnTo>
                  <a:lnTo>
                    <a:pt x="444735" y="409863"/>
                  </a:lnTo>
                  <a:lnTo>
                    <a:pt x="481692" y="380917"/>
                  </a:lnTo>
                  <a:lnTo>
                    <a:pt x="521638" y="357116"/>
                  </a:lnTo>
                  <a:lnTo>
                    <a:pt x="563852" y="339198"/>
                  </a:lnTo>
                  <a:lnTo>
                    <a:pt x="607614" y="327905"/>
                  </a:lnTo>
                  <a:lnTo>
                    <a:pt x="652204" y="323977"/>
                  </a:lnTo>
                  <a:lnTo>
                    <a:pt x="607614" y="320082"/>
                  </a:lnTo>
                  <a:lnTo>
                    <a:pt x="563852" y="308885"/>
                  </a:lnTo>
                  <a:lnTo>
                    <a:pt x="521638" y="291116"/>
                  </a:lnTo>
                  <a:lnTo>
                    <a:pt x="481692" y="267506"/>
                  </a:lnTo>
                  <a:lnTo>
                    <a:pt x="444735" y="238783"/>
                  </a:lnTo>
                  <a:lnTo>
                    <a:pt x="411487" y="205680"/>
                  </a:lnTo>
                  <a:lnTo>
                    <a:pt x="382669" y="168925"/>
                  </a:lnTo>
                  <a:lnTo>
                    <a:pt x="359001" y="129250"/>
                  </a:lnTo>
                  <a:lnTo>
                    <a:pt x="341204" y="87383"/>
                  </a:lnTo>
                  <a:lnTo>
                    <a:pt x="329997" y="44056"/>
                  </a:lnTo>
                  <a:lnTo>
                    <a:pt x="326101" y="0"/>
                  </a:lnTo>
                  <a:close/>
                </a:path>
              </a:pathLst>
            </a:custGeom>
            <a:solidFill>
              <a:srgbClr val="36D636"/>
            </a:solidFill>
          </p:spPr>
          <p:txBody>
            <a:bodyPr wrap="square" lIns="0" tIns="0" rIns="0" bIns="0" rtlCol="0"/>
            <a:lstStyle/>
            <a:p>
              <a:endParaRPr/>
            </a:p>
          </p:txBody>
        </p:sp>
        <p:sp>
          <p:nvSpPr>
            <p:cNvPr id="16" name="object 16"/>
            <p:cNvSpPr/>
            <p:nvPr/>
          </p:nvSpPr>
          <p:spPr>
            <a:xfrm>
              <a:off x="337676" y="751648"/>
              <a:ext cx="652780" cy="650240"/>
            </a:xfrm>
            <a:custGeom>
              <a:avLst/>
              <a:gdLst/>
              <a:ahLst/>
              <a:cxnLst/>
              <a:rect l="l" t="t" r="r" b="b"/>
              <a:pathLst>
                <a:path w="652780" h="650240">
                  <a:moveTo>
                    <a:pt x="0" y="323983"/>
                  </a:moveTo>
                  <a:lnTo>
                    <a:pt x="44427" y="320088"/>
                  </a:lnTo>
                  <a:lnTo>
                    <a:pt x="88089" y="308891"/>
                  </a:lnTo>
                  <a:lnTo>
                    <a:pt x="130254" y="291121"/>
                  </a:lnTo>
                  <a:lnTo>
                    <a:pt x="170193" y="267510"/>
                  </a:lnTo>
                  <a:lnTo>
                    <a:pt x="207176" y="238786"/>
                  </a:lnTo>
                  <a:lnTo>
                    <a:pt x="240472" y="205682"/>
                  </a:lnTo>
                  <a:lnTo>
                    <a:pt x="269352" y="168926"/>
                  </a:lnTo>
                  <a:lnTo>
                    <a:pt x="293085" y="129249"/>
                  </a:lnTo>
                  <a:lnTo>
                    <a:pt x="310941" y="87383"/>
                  </a:lnTo>
                  <a:lnTo>
                    <a:pt x="322190" y="44056"/>
                  </a:lnTo>
                  <a:lnTo>
                    <a:pt x="326102" y="0"/>
                  </a:lnTo>
                  <a:lnTo>
                    <a:pt x="329997" y="44056"/>
                  </a:lnTo>
                  <a:lnTo>
                    <a:pt x="341204" y="87383"/>
                  </a:lnTo>
                  <a:lnTo>
                    <a:pt x="359002" y="129249"/>
                  </a:lnTo>
                  <a:lnTo>
                    <a:pt x="382670" y="168926"/>
                  </a:lnTo>
                  <a:lnTo>
                    <a:pt x="411488" y="205682"/>
                  </a:lnTo>
                  <a:lnTo>
                    <a:pt x="444735" y="238786"/>
                  </a:lnTo>
                  <a:lnTo>
                    <a:pt x="481692" y="267510"/>
                  </a:lnTo>
                  <a:lnTo>
                    <a:pt x="521638" y="291121"/>
                  </a:lnTo>
                  <a:lnTo>
                    <a:pt x="563852" y="308891"/>
                  </a:lnTo>
                  <a:lnTo>
                    <a:pt x="607614" y="320088"/>
                  </a:lnTo>
                  <a:lnTo>
                    <a:pt x="652204" y="323983"/>
                  </a:lnTo>
                  <a:lnTo>
                    <a:pt x="607614" y="327912"/>
                  </a:lnTo>
                  <a:lnTo>
                    <a:pt x="563852" y="339204"/>
                  </a:lnTo>
                  <a:lnTo>
                    <a:pt x="521638" y="357120"/>
                  </a:lnTo>
                  <a:lnTo>
                    <a:pt x="481692" y="380919"/>
                  </a:lnTo>
                  <a:lnTo>
                    <a:pt x="444735" y="409863"/>
                  </a:lnTo>
                  <a:lnTo>
                    <a:pt x="411488" y="443210"/>
                  </a:lnTo>
                  <a:lnTo>
                    <a:pt x="382670" y="480222"/>
                  </a:lnTo>
                  <a:lnTo>
                    <a:pt x="359002" y="520158"/>
                  </a:lnTo>
                  <a:lnTo>
                    <a:pt x="341204" y="562279"/>
                  </a:lnTo>
                  <a:lnTo>
                    <a:pt x="329997" y="605844"/>
                  </a:lnTo>
                  <a:lnTo>
                    <a:pt x="326102" y="650113"/>
                  </a:lnTo>
                  <a:lnTo>
                    <a:pt x="322190" y="605844"/>
                  </a:lnTo>
                  <a:lnTo>
                    <a:pt x="310941" y="562279"/>
                  </a:lnTo>
                  <a:lnTo>
                    <a:pt x="293085" y="520158"/>
                  </a:lnTo>
                  <a:lnTo>
                    <a:pt x="269352" y="480222"/>
                  </a:lnTo>
                  <a:lnTo>
                    <a:pt x="240472" y="443210"/>
                  </a:lnTo>
                  <a:lnTo>
                    <a:pt x="207176" y="409863"/>
                  </a:lnTo>
                  <a:lnTo>
                    <a:pt x="170193" y="380919"/>
                  </a:lnTo>
                  <a:lnTo>
                    <a:pt x="130254" y="357120"/>
                  </a:lnTo>
                  <a:lnTo>
                    <a:pt x="88089" y="339204"/>
                  </a:lnTo>
                  <a:lnTo>
                    <a:pt x="44427" y="327912"/>
                  </a:lnTo>
                  <a:lnTo>
                    <a:pt x="0" y="323983"/>
                  </a:lnTo>
                  <a:close/>
                </a:path>
              </a:pathLst>
            </a:custGeom>
            <a:ln w="18717">
              <a:solidFill>
                <a:srgbClr val="36D636"/>
              </a:solidFill>
            </a:ln>
          </p:spPr>
          <p:txBody>
            <a:bodyPr wrap="square" lIns="0" tIns="0" rIns="0" bIns="0" rtlCol="0"/>
            <a:lstStyle/>
            <a:p>
              <a:endParaRPr/>
            </a:p>
          </p:txBody>
        </p:sp>
      </p:grpSp>
      <p:sp>
        <p:nvSpPr>
          <p:cNvPr id="17" name="object 1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z="5600" spc="-595" dirty="0"/>
              <a:t>Security Features</a:t>
            </a:r>
            <a:endParaRPr sz="5600" dirty="0"/>
          </a:p>
        </p:txBody>
      </p:sp>
      <p:sp>
        <p:nvSpPr>
          <p:cNvPr id="21" name="object 21"/>
          <p:cNvSpPr txBox="1"/>
          <p:nvPr/>
        </p:nvSpPr>
        <p:spPr>
          <a:xfrm>
            <a:off x="1869132" y="2733452"/>
            <a:ext cx="15731858" cy="5557932"/>
          </a:xfrm>
          <a:prstGeom prst="rect">
            <a:avLst/>
          </a:prstGeom>
        </p:spPr>
        <p:txBody>
          <a:bodyPr vert="horz" wrap="square" lIns="0" tIns="12700" rIns="0" bIns="0" rtlCol="0">
            <a:spAutoFit/>
          </a:bodyPr>
          <a:lstStyle/>
          <a:p>
            <a:pPr marL="12700">
              <a:spcBef>
                <a:spcPts val="100"/>
              </a:spcBef>
            </a:pPr>
            <a:r>
              <a:rPr lang="en-US" sz="3200" spc="-10" dirty="0">
                <a:latin typeface="Lucida Sans" panose="020B0602030504020204" pitchFamily="34" charset="0"/>
                <a:cs typeface="Calibri"/>
              </a:rPr>
              <a:t>Encrypted PIN Storage:</a:t>
            </a: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Stores PINs encrypted.</a:t>
            </a: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Uses a strong encryption algorithm for security.</a:t>
            </a:r>
          </a:p>
          <a:p>
            <a:pPr marL="12700">
              <a:spcBef>
                <a:spcPts val="100"/>
              </a:spcBef>
            </a:pPr>
            <a:endParaRPr lang="en-US" sz="3200" spc="-10" dirty="0">
              <a:latin typeface="Lucida Sans" panose="020B0602030504020204" pitchFamily="34" charset="0"/>
              <a:cs typeface="Calibri"/>
            </a:endParaRPr>
          </a:p>
          <a:p>
            <a:pPr marL="12700">
              <a:spcBef>
                <a:spcPts val="100"/>
              </a:spcBef>
            </a:pPr>
            <a:r>
              <a:rPr lang="en-US" sz="3200" spc="-10" dirty="0">
                <a:latin typeface="Lucida Sans" panose="020B0602030504020204" pitchFamily="34" charset="0"/>
                <a:cs typeface="Calibri"/>
              </a:rPr>
              <a:t>Secure Login:</a:t>
            </a: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Implements multi-factor authentication.</a:t>
            </a: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Requires username, password, and OTP for access.</a:t>
            </a:r>
          </a:p>
          <a:p>
            <a:pPr marL="12700">
              <a:spcBef>
                <a:spcPts val="100"/>
              </a:spcBef>
            </a:pPr>
            <a:endParaRPr lang="en-US" sz="3200" spc="-10" dirty="0">
              <a:latin typeface="Lucida Sans" panose="020B0602030504020204" pitchFamily="34" charset="0"/>
              <a:cs typeface="Calibri"/>
            </a:endParaRPr>
          </a:p>
          <a:p>
            <a:pPr marL="12700">
              <a:spcBef>
                <a:spcPts val="100"/>
              </a:spcBef>
            </a:pPr>
            <a:r>
              <a:rPr lang="en-US" sz="3200" spc="-10" dirty="0">
                <a:latin typeface="Lucida Sans" panose="020B0602030504020204" pitchFamily="34" charset="0"/>
                <a:cs typeface="Calibri"/>
              </a:rPr>
              <a:t>Transaction Verification:</a:t>
            </a: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Validates transaction details.</a:t>
            </a: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Verifies transaction amount and type for accuracy and security</a:t>
            </a:r>
          </a:p>
        </p:txBody>
      </p:sp>
    </p:spTree>
    <p:extLst>
      <p:ext uri="{BB962C8B-B14F-4D97-AF65-F5344CB8AC3E}">
        <p14:creationId xmlns:p14="http://schemas.microsoft.com/office/powerpoint/2010/main" val="95715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278143" y="-19079"/>
            <a:ext cx="1029335" cy="1879600"/>
            <a:chOff x="17278143" y="-19079"/>
            <a:chExt cx="1029335" cy="1879600"/>
          </a:xfrm>
        </p:grpSpPr>
        <p:sp>
          <p:nvSpPr>
            <p:cNvPr id="3" name="object 3"/>
            <p:cNvSpPr/>
            <p:nvPr/>
          </p:nvSpPr>
          <p:spPr>
            <a:xfrm>
              <a:off x="17322418" y="0"/>
              <a:ext cx="965835" cy="916305"/>
            </a:xfrm>
            <a:custGeom>
              <a:avLst/>
              <a:gdLst/>
              <a:ahLst/>
              <a:cxnLst/>
              <a:rect l="l" t="t" r="r" b="b"/>
              <a:pathLst>
                <a:path w="965834" h="916305">
                  <a:moveTo>
                    <a:pt x="506900" y="0"/>
                  </a:moveTo>
                  <a:lnTo>
                    <a:pt x="488345" y="0"/>
                  </a:lnTo>
                  <a:lnTo>
                    <a:pt x="487646" y="4151"/>
                  </a:lnTo>
                  <a:lnTo>
                    <a:pt x="475680" y="47486"/>
                  </a:lnTo>
                  <a:lnTo>
                    <a:pt x="459456" y="89850"/>
                  </a:lnTo>
                  <a:lnTo>
                    <a:pt x="439280" y="130944"/>
                  </a:lnTo>
                  <a:lnTo>
                    <a:pt x="415457" y="170467"/>
                  </a:lnTo>
                  <a:lnTo>
                    <a:pt x="388292" y="208123"/>
                  </a:lnTo>
                  <a:lnTo>
                    <a:pt x="358091" y="243610"/>
                  </a:lnTo>
                  <a:lnTo>
                    <a:pt x="325158" y="276632"/>
                  </a:lnTo>
                  <a:lnTo>
                    <a:pt x="289800" y="306888"/>
                  </a:lnTo>
                  <a:lnTo>
                    <a:pt x="252320" y="334079"/>
                  </a:lnTo>
                  <a:lnTo>
                    <a:pt x="213025" y="357908"/>
                  </a:lnTo>
                  <a:lnTo>
                    <a:pt x="172220" y="378075"/>
                  </a:lnTo>
                  <a:lnTo>
                    <a:pt x="130209" y="394280"/>
                  </a:lnTo>
                  <a:lnTo>
                    <a:pt x="87299" y="406225"/>
                  </a:lnTo>
                  <a:lnTo>
                    <a:pt x="43794" y="413612"/>
                  </a:lnTo>
                  <a:lnTo>
                    <a:pt x="0" y="416140"/>
                  </a:lnTo>
                  <a:lnTo>
                    <a:pt x="43794" y="418669"/>
                  </a:lnTo>
                  <a:lnTo>
                    <a:pt x="87299" y="426055"/>
                  </a:lnTo>
                  <a:lnTo>
                    <a:pt x="130209" y="437998"/>
                  </a:lnTo>
                  <a:lnTo>
                    <a:pt x="172220" y="454199"/>
                  </a:lnTo>
                  <a:lnTo>
                    <a:pt x="213025" y="474357"/>
                  </a:lnTo>
                  <a:lnTo>
                    <a:pt x="252320" y="498173"/>
                  </a:lnTo>
                  <a:lnTo>
                    <a:pt x="289800" y="525347"/>
                  </a:lnTo>
                  <a:lnTo>
                    <a:pt x="325158" y="555579"/>
                  </a:lnTo>
                  <a:lnTo>
                    <a:pt x="358091" y="588570"/>
                  </a:lnTo>
                  <a:lnTo>
                    <a:pt x="388292" y="624019"/>
                  </a:lnTo>
                  <a:lnTo>
                    <a:pt x="415457" y="661626"/>
                  </a:lnTo>
                  <a:lnTo>
                    <a:pt x="439280" y="701093"/>
                  </a:lnTo>
                  <a:lnTo>
                    <a:pt x="459456" y="742118"/>
                  </a:lnTo>
                  <a:lnTo>
                    <a:pt x="475680" y="784402"/>
                  </a:lnTo>
                  <a:lnTo>
                    <a:pt x="487646" y="827645"/>
                  </a:lnTo>
                  <a:lnTo>
                    <a:pt x="495050" y="871547"/>
                  </a:lnTo>
                  <a:lnTo>
                    <a:pt x="497585" y="915809"/>
                  </a:lnTo>
                  <a:lnTo>
                    <a:pt x="500142" y="871547"/>
                  </a:lnTo>
                  <a:lnTo>
                    <a:pt x="507604" y="827645"/>
                  </a:lnTo>
                  <a:lnTo>
                    <a:pt x="519662" y="784402"/>
                  </a:lnTo>
                  <a:lnTo>
                    <a:pt x="536008" y="742118"/>
                  </a:lnTo>
                  <a:lnTo>
                    <a:pt x="556331" y="701093"/>
                  </a:lnTo>
                  <a:lnTo>
                    <a:pt x="580323" y="661626"/>
                  </a:lnTo>
                  <a:lnTo>
                    <a:pt x="607673" y="624019"/>
                  </a:lnTo>
                  <a:lnTo>
                    <a:pt x="638073" y="588570"/>
                  </a:lnTo>
                  <a:lnTo>
                    <a:pt x="671212" y="555579"/>
                  </a:lnTo>
                  <a:lnTo>
                    <a:pt x="706783" y="525347"/>
                  </a:lnTo>
                  <a:lnTo>
                    <a:pt x="744474" y="498173"/>
                  </a:lnTo>
                  <a:lnTo>
                    <a:pt x="783977" y="474357"/>
                  </a:lnTo>
                  <a:lnTo>
                    <a:pt x="824982" y="454199"/>
                  </a:lnTo>
                  <a:lnTo>
                    <a:pt x="867181" y="437998"/>
                  </a:lnTo>
                  <a:lnTo>
                    <a:pt x="910262" y="426055"/>
                  </a:lnTo>
                  <a:lnTo>
                    <a:pt x="953918" y="418669"/>
                  </a:lnTo>
                  <a:lnTo>
                    <a:pt x="965602" y="417996"/>
                  </a:lnTo>
                  <a:lnTo>
                    <a:pt x="965602" y="414284"/>
                  </a:lnTo>
                  <a:lnTo>
                    <a:pt x="910262" y="406225"/>
                  </a:lnTo>
                  <a:lnTo>
                    <a:pt x="867181" y="394280"/>
                  </a:lnTo>
                  <a:lnTo>
                    <a:pt x="824982" y="378075"/>
                  </a:lnTo>
                  <a:lnTo>
                    <a:pt x="783977" y="357908"/>
                  </a:lnTo>
                  <a:lnTo>
                    <a:pt x="744474" y="334079"/>
                  </a:lnTo>
                  <a:lnTo>
                    <a:pt x="706783" y="306888"/>
                  </a:lnTo>
                  <a:lnTo>
                    <a:pt x="671212" y="276632"/>
                  </a:lnTo>
                  <a:lnTo>
                    <a:pt x="638073" y="243610"/>
                  </a:lnTo>
                  <a:lnTo>
                    <a:pt x="607673" y="208123"/>
                  </a:lnTo>
                  <a:lnTo>
                    <a:pt x="580323" y="170467"/>
                  </a:lnTo>
                  <a:lnTo>
                    <a:pt x="556331" y="130944"/>
                  </a:lnTo>
                  <a:lnTo>
                    <a:pt x="536008" y="89850"/>
                  </a:lnTo>
                  <a:lnTo>
                    <a:pt x="519662" y="47486"/>
                  </a:lnTo>
                  <a:lnTo>
                    <a:pt x="507604" y="4151"/>
                  </a:lnTo>
                  <a:lnTo>
                    <a:pt x="506900" y="0"/>
                  </a:lnTo>
                  <a:close/>
                </a:path>
              </a:pathLst>
            </a:custGeom>
            <a:solidFill>
              <a:srgbClr val="36D636"/>
            </a:solidFill>
          </p:spPr>
          <p:txBody>
            <a:bodyPr wrap="square" lIns="0" tIns="0" rIns="0" bIns="0" rtlCol="0"/>
            <a:lstStyle/>
            <a:p>
              <a:endParaRPr/>
            </a:p>
          </p:txBody>
        </p:sp>
        <p:sp>
          <p:nvSpPr>
            <p:cNvPr id="4" name="object 4"/>
            <p:cNvSpPr/>
            <p:nvPr/>
          </p:nvSpPr>
          <p:spPr>
            <a:xfrm>
              <a:off x="17322494" y="0"/>
              <a:ext cx="965835" cy="916305"/>
            </a:xfrm>
            <a:custGeom>
              <a:avLst/>
              <a:gdLst/>
              <a:ahLst/>
              <a:cxnLst/>
              <a:rect l="l" t="t" r="r" b="b"/>
              <a:pathLst>
                <a:path w="965834" h="916305">
                  <a:moveTo>
                    <a:pt x="497446" y="915851"/>
                  </a:moveTo>
                  <a:lnTo>
                    <a:pt x="494912" y="871590"/>
                  </a:lnTo>
                  <a:lnTo>
                    <a:pt x="487512" y="827688"/>
                  </a:lnTo>
                  <a:lnTo>
                    <a:pt x="475551" y="784446"/>
                  </a:lnTo>
                  <a:lnTo>
                    <a:pt x="459335" y="742162"/>
                  </a:lnTo>
                  <a:lnTo>
                    <a:pt x="439169" y="701138"/>
                  </a:lnTo>
                  <a:lnTo>
                    <a:pt x="415356" y="661672"/>
                  </a:lnTo>
                  <a:lnTo>
                    <a:pt x="388202" y="624065"/>
                  </a:lnTo>
                  <a:lnTo>
                    <a:pt x="358013" y="588616"/>
                  </a:lnTo>
                  <a:lnTo>
                    <a:pt x="325092" y="555625"/>
                  </a:lnTo>
                  <a:lnTo>
                    <a:pt x="289746" y="525393"/>
                  </a:lnTo>
                  <a:lnTo>
                    <a:pt x="252278" y="498218"/>
                  </a:lnTo>
                  <a:lnTo>
                    <a:pt x="212993" y="474402"/>
                  </a:lnTo>
                  <a:lnTo>
                    <a:pt x="172198" y="454243"/>
                  </a:lnTo>
                  <a:lnTo>
                    <a:pt x="130196" y="438042"/>
                  </a:lnTo>
                  <a:lnTo>
                    <a:pt x="87292" y="426099"/>
                  </a:lnTo>
                  <a:lnTo>
                    <a:pt x="43792" y="418713"/>
                  </a:lnTo>
                  <a:lnTo>
                    <a:pt x="0" y="416184"/>
                  </a:lnTo>
                  <a:lnTo>
                    <a:pt x="43792" y="413656"/>
                  </a:lnTo>
                  <a:lnTo>
                    <a:pt x="87292" y="406270"/>
                  </a:lnTo>
                  <a:lnTo>
                    <a:pt x="130196" y="394325"/>
                  </a:lnTo>
                  <a:lnTo>
                    <a:pt x="172198" y="378120"/>
                  </a:lnTo>
                  <a:lnTo>
                    <a:pt x="212993" y="357954"/>
                  </a:lnTo>
                  <a:lnTo>
                    <a:pt x="252278" y="334125"/>
                  </a:lnTo>
                  <a:lnTo>
                    <a:pt x="289746" y="306934"/>
                  </a:lnTo>
                  <a:lnTo>
                    <a:pt x="325092" y="276679"/>
                  </a:lnTo>
                  <a:lnTo>
                    <a:pt x="358013" y="243658"/>
                  </a:lnTo>
                  <a:lnTo>
                    <a:pt x="388202" y="208170"/>
                  </a:lnTo>
                  <a:lnTo>
                    <a:pt x="415356" y="170515"/>
                  </a:lnTo>
                  <a:lnTo>
                    <a:pt x="439169" y="130992"/>
                  </a:lnTo>
                  <a:lnTo>
                    <a:pt x="459335" y="89899"/>
                  </a:lnTo>
                  <a:lnTo>
                    <a:pt x="475551" y="47535"/>
                  </a:lnTo>
                  <a:lnTo>
                    <a:pt x="487512" y="4199"/>
                  </a:lnTo>
                  <a:lnTo>
                    <a:pt x="488218" y="0"/>
                  </a:lnTo>
                </a:path>
                <a:path w="965834" h="916305">
                  <a:moveTo>
                    <a:pt x="506756" y="0"/>
                  </a:moveTo>
                  <a:lnTo>
                    <a:pt x="519533" y="47535"/>
                  </a:lnTo>
                  <a:lnTo>
                    <a:pt x="535885" y="89899"/>
                  </a:lnTo>
                  <a:lnTo>
                    <a:pt x="556217" y="130992"/>
                  </a:lnTo>
                  <a:lnTo>
                    <a:pt x="580217" y="170515"/>
                  </a:lnTo>
                  <a:lnTo>
                    <a:pt x="607578" y="208170"/>
                  </a:lnTo>
                  <a:lnTo>
                    <a:pt x="637988" y="243658"/>
                  </a:lnTo>
                  <a:lnTo>
                    <a:pt x="671138" y="276679"/>
                  </a:lnTo>
                  <a:lnTo>
                    <a:pt x="706718" y="306934"/>
                  </a:lnTo>
                  <a:lnTo>
                    <a:pt x="744419" y="334125"/>
                  </a:lnTo>
                  <a:lnTo>
                    <a:pt x="783931" y="357954"/>
                  </a:lnTo>
                  <a:lnTo>
                    <a:pt x="824944" y="378120"/>
                  </a:lnTo>
                  <a:lnTo>
                    <a:pt x="867149" y="394325"/>
                  </a:lnTo>
                  <a:lnTo>
                    <a:pt x="910235" y="406270"/>
                  </a:lnTo>
                  <a:lnTo>
                    <a:pt x="953893" y="413656"/>
                  </a:lnTo>
                  <a:lnTo>
                    <a:pt x="965528" y="414326"/>
                  </a:lnTo>
                </a:path>
                <a:path w="965834" h="916305">
                  <a:moveTo>
                    <a:pt x="965528" y="418043"/>
                  </a:moveTo>
                  <a:lnTo>
                    <a:pt x="910235" y="426099"/>
                  </a:lnTo>
                  <a:lnTo>
                    <a:pt x="867149" y="438042"/>
                  </a:lnTo>
                  <a:lnTo>
                    <a:pt x="824944" y="454243"/>
                  </a:lnTo>
                  <a:lnTo>
                    <a:pt x="783931" y="474402"/>
                  </a:lnTo>
                  <a:lnTo>
                    <a:pt x="744419" y="498218"/>
                  </a:lnTo>
                  <a:lnTo>
                    <a:pt x="706718" y="525393"/>
                  </a:lnTo>
                  <a:lnTo>
                    <a:pt x="671138" y="555625"/>
                  </a:lnTo>
                  <a:lnTo>
                    <a:pt x="637988" y="588616"/>
                  </a:lnTo>
                  <a:lnTo>
                    <a:pt x="607578" y="624065"/>
                  </a:lnTo>
                  <a:lnTo>
                    <a:pt x="580217" y="661672"/>
                  </a:lnTo>
                  <a:lnTo>
                    <a:pt x="556217" y="701138"/>
                  </a:lnTo>
                  <a:lnTo>
                    <a:pt x="535885" y="742162"/>
                  </a:lnTo>
                  <a:lnTo>
                    <a:pt x="519533" y="784446"/>
                  </a:lnTo>
                  <a:lnTo>
                    <a:pt x="507469" y="827688"/>
                  </a:lnTo>
                  <a:lnTo>
                    <a:pt x="500003" y="871590"/>
                  </a:lnTo>
                  <a:lnTo>
                    <a:pt x="497446" y="915851"/>
                  </a:lnTo>
                </a:path>
              </a:pathLst>
            </a:custGeom>
            <a:ln w="18718">
              <a:solidFill>
                <a:srgbClr val="36D636"/>
              </a:solidFill>
            </a:ln>
          </p:spPr>
          <p:txBody>
            <a:bodyPr wrap="square" lIns="0" tIns="0" rIns="0" bIns="0" rtlCol="0"/>
            <a:lstStyle/>
            <a:p>
              <a:endParaRPr/>
            </a:p>
          </p:txBody>
        </p:sp>
        <p:sp>
          <p:nvSpPr>
            <p:cNvPr id="5" name="object 5"/>
            <p:cNvSpPr/>
            <p:nvPr/>
          </p:nvSpPr>
          <p:spPr>
            <a:xfrm>
              <a:off x="17322418" y="840931"/>
              <a:ext cx="965835" cy="1000125"/>
            </a:xfrm>
            <a:custGeom>
              <a:avLst/>
              <a:gdLst/>
              <a:ahLst/>
              <a:cxnLst/>
              <a:rect l="l" t="t" r="r" b="b"/>
              <a:pathLst>
                <a:path w="965834" h="1000125">
                  <a:moveTo>
                    <a:pt x="497585" y="0"/>
                  </a:moveTo>
                  <a:lnTo>
                    <a:pt x="495050" y="44382"/>
                  </a:lnTo>
                  <a:lnTo>
                    <a:pt x="487646" y="88390"/>
                  </a:lnTo>
                  <a:lnTo>
                    <a:pt x="475680" y="131726"/>
                  </a:lnTo>
                  <a:lnTo>
                    <a:pt x="459456" y="174089"/>
                  </a:lnTo>
                  <a:lnTo>
                    <a:pt x="439280" y="215183"/>
                  </a:lnTo>
                  <a:lnTo>
                    <a:pt x="415457" y="254706"/>
                  </a:lnTo>
                  <a:lnTo>
                    <a:pt x="388292" y="292362"/>
                  </a:lnTo>
                  <a:lnTo>
                    <a:pt x="358091" y="327849"/>
                  </a:lnTo>
                  <a:lnTo>
                    <a:pt x="325158" y="360871"/>
                  </a:lnTo>
                  <a:lnTo>
                    <a:pt x="289800" y="391127"/>
                  </a:lnTo>
                  <a:lnTo>
                    <a:pt x="252320" y="418319"/>
                  </a:lnTo>
                  <a:lnTo>
                    <a:pt x="213025" y="442147"/>
                  </a:lnTo>
                  <a:lnTo>
                    <a:pt x="172220" y="462314"/>
                  </a:lnTo>
                  <a:lnTo>
                    <a:pt x="130209" y="478519"/>
                  </a:lnTo>
                  <a:lnTo>
                    <a:pt x="87299" y="490464"/>
                  </a:lnTo>
                  <a:lnTo>
                    <a:pt x="43794" y="497851"/>
                  </a:lnTo>
                  <a:lnTo>
                    <a:pt x="0" y="500379"/>
                  </a:lnTo>
                  <a:lnTo>
                    <a:pt x="43794" y="502908"/>
                  </a:lnTo>
                  <a:lnTo>
                    <a:pt x="87299" y="510294"/>
                  </a:lnTo>
                  <a:lnTo>
                    <a:pt x="130209" y="522237"/>
                  </a:lnTo>
                  <a:lnTo>
                    <a:pt x="172220" y="538438"/>
                  </a:lnTo>
                  <a:lnTo>
                    <a:pt x="213025" y="558596"/>
                  </a:lnTo>
                  <a:lnTo>
                    <a:pt x="252320" y="582412"/>
                  </a:lnTo>
                  <a:lnTo>
                    <a:pt x="289800" y="609586"/>
                  </a:lnTo>
                  <a:lnTo>
                    <a:pt x="325158" y="639819"/>
                  </a:lnTo>
                  <a:lnTo>
                    <a:pt x="358091" y="672809"/>
                  </a:lnTo>
                  <a:lnTo>
                    <a:pt x="388292" y="708258"/>
                  </a:lnTo>
                  <a:lnTo>
                    <a:pt x="415457" y="745865"/>
                  </a:lnTo>
                  <a:lnTo>
                    <a:pt x="439280" y="785332"/>
                  </a:lnTo>
                  <a:lnTo>
                    <a:pt x="459456" y="826357"/>
                  </a:lnTo>
                  <a:lnTo>
                    <a:pt x="475680" y="868641"/>
                  </a:lnTo>
                  <a:lnTo>
                    <a:pt x="487646" y="911884"/>
                  </a:lnTo>
                  <a:lnTo>
                    <a:pt x="495050" y="955786"/>
                  </a:lnTo>
                  <a:lnTo>
                    <a:pt x="497585" y="1000048"/>
                  </a:lnTo>
                  <a:lnTo>
                    <a:pt x="500142" y="955786"/>
                  </a:lnTo>
                  <a:lnTo>
                    <a:pt x="507604" y="911884"/>
                  </a:lnTo>
                  <a:lnTo>
                    <a:pt x="519662" y="868641"/>
                  </a:lnTo>
                  <a:lnTo>
                    <a:pt x="536008" y="826357"/>
                  </a:lnTo>
                  <a:lnTo>
                    <a:pt x="556331" y="785332"/>
                  </a:lnTo>
                  <a:lnTo>
                    <a:pt x="580323" y="745865"/>
                  </a:lnTo>
                  <a:lnTo>
                    <a:pt x="607673" y="708258"/>
                  </a:lnTo>
                  <a:lnTo>
                    <a:pt x="638073" y="672809"/>
                  </a:lnTo>
                  <a:lnTo>
                    <a:pt x="671212" y="639819"/>
                  </a:lnTo>
                  <a:lnTo>
                    <a:pt x="706783" y="609586"/>
                  </a:lnTo>
                  <a:lnTo>
                    <a:pt x="744474" y="582412"/>
                  </a:lnTo>
                  <a:lnTo>
                    <a:pt x="783977" y="558596"/>
                  </a:lnTo>
                  <a:lnTo>
                    <a:pt x="824982" y="538438"/>
                  </a:lnTo>
                  <a:lnTo>
                    <a:pt x="867181" y="522237"/>
                  </a:lnTo>
                  <a:lnTo>
                    <a:pt x="910262" y="510294"/>
                  </a:lnTo>
                  <a:lnTo>
                    <a:pt x="953918" y="502908"/>
                  </a:lnTo>
                  <a:lnTo>
                    <a:pt x="965602" y="502235"/>
                  </a:lnTo>
                  <a:lnTo>
                    <a:pt x="965602" y="498524"/>
                  </a:lnTo>
                  <a:lnTo>
                    <a:pt x="910262" y="490464"/>
                  </a:lnTo>
                  <a:lnTo>
                    <a:pt x="867181" y="478519"/>
                  </a:lnTo>
                  <a:lnTo>
                    <a:pt x="824982" y="462314"/>
                  </a:lnTo>
                  <a:lnTo>
                    <a:pt x="783977" y="442147"/>
                  </a:lnTo>
                  <a:lnTo>
                    <a:pt x="744474" y="418319"/>
                  </a:lnTo>
                  <a:lnTo>
                    <a:pt x="706783" y="391127"/>
                  </a:lnTo>
                  <a:lnTo>
                    <a:pt x="671212" y="360871"/>
                  </a:lnTo>
                  <a:lnTo>
                    <a:pt x="638073" y="327849"/>
                  </a:lnTo>
                  <a:lnTo>
                    <a:pt x="607673" y="292362"/>
                  </a:lnTo>
                  <a:lnTo>
                    <a:pt x="580323" y="254706"/>
                  </a:lnTo>
                  <a:lnTo>
                    <a:pt x="556331" y="215183"/>
                  </a:lnTo>
                  <a:lnTo>
                    <a:pt x="536008" y="174089"/>
                  </a:lnTo>
                  <a:lnTo>
                    <a:pt x="519662" y="131726"/>
                  </a:lnTo>
                  <a:lnTo>
                    <a:pt x="507604" y="88390"/>
                  </a:lnTo>
                  <a:lnTo>
                    <a:pt x="500142" y="44382"/>
                  </a:lnTo>
                  <a:lnTo>
                    <a:pt x="497585" y="0"/>
                  </a:lnTo>
                  <a:close/>
                </a:path>
              </a:pathLst>
            </a:custGeom>
            <a:solidFill>
              <a:srgbClr val="36D636"/>
            </a:solidFill>
          </p:spPr>
          <p:txBody>
            <a:bodyPr wrap="square" lIns="0" tIns="0" rIns="0" bIns="0" rtlCol="0"/>
            <a:lstStyle/>
            <a:p>
              <a:endParaRPr/>
            </a:p>
          </p:txBody>
        </p:sp>
        <p:sp>
          <p:nvSpPr>
            <p:cNvPr id="6" name="object 6"/>
            <p:cNvSpPr/>
            <p:nvPr/>
          </p:nvSpPr>
          <p:spPr>
            <a:xfrm>
              <a:off x="17322494" y="840982"/>
              <a:ext cx="965835" cy="1000125"/>
            </a:xfrm>
            <a:custGeom>
              <a:avLst/>
              <a:gdLst/>
              <a:ahLst/>
              <a:cxnLst/>
              <a:rect l="l" t="t" r="r" b="b"/>
              <a:pathLst>
                <a:path w="965834" h="1000125">
                  <a:moveTo>
                    <a:pt x="497446" y="1000030"/>
                  </a:moveTo>
                  <a:lnTo>
                    <a:pt x="494912" y="955770"/>
                  </a:lnTo>
                  <a:lnTo>
                    <a:pt x="487512" y="911869"/>
                  </a:lnTo>
                  <a:lnTo>
                    <a:pt x="475551" y="868627"/>
                  </a:lnTo>
                  <a:lnTo>
                    <a:pt x="459335" y="826344"/>
                  </a:lnTo>
                  <a:lnTo>
                    <a:pt x="439169" y="785320"/>
                  </a:lnTo>
                  <a:lnTo>
                    <a:pt x="415356" y="745855"/>
                  </a:lnTo>
                  <a:lnTo>
                    <a:pt x="388202" y="708249"/>
                  </a:lnTo>
                  <a:lnTo>
                    <a:pt x="358013" y="672801"/>
                  </a:lnTo>
                  <a:lnTo>
                    <a:pt x="325092" y="639812"/>
                  </a:lnTo>
                  <a:lnTo>
                    <a:pt x="289746" y="609580"/>
                  </a:lnTo>
                  <a:lnTo>
                    <a:pt x="252278" y="582407"/>
                  </a:lnTo>
                  <a:lnTo>
                    <a:pt x="212993" y="558592"/>
                  </a:lnTo>
                  <a:lnTo>
                    <a:pt x="172198" y="538434"/>
                  </a:lnTo>
                  <a:lnTo>
                    <a:pt x="130196" y="522234"/>
                  </a:lnTo>
                  <a:lnTo>
                    <a:pt x="87292" y="510291"/>
                  </a:lnTo>
                  <a:lnTo>
                    <a:pt x="43792" y="502905"/>
                  </a:lnTo>
                  <a:lnTo>
                    <a:pt x="0" y="500377"/>
                  </a:lnTo>
                  <a:lnTo>
                    <a:pt x="43792" y="497848"/>
                  </a:lnTo>
                  <a:lnTo>
                    <a:pt x="87292" y="490462"/>
                  </a:lnTo>
                  <a:lnTo>
                    <a:pt x="130196" y="478516"/>
                  </a:lnTo>
                  <a:lnTo>
                    <a:pt x="172198" y="462310"/>
                  </a:lnTo>
                  <a:lnTo>
                    <a:pt x="212993" y="442144"/>
                  </a:lnTo>
                  <a:lnTo>
                    <a:pt x="252278" y="418315"/>
                  </a:lnTo>
                  <a:lnTo>
                    <a:pt x="289746" y="391123"/>
                  </a:lnTo>
                  <a:lnTo>
                    <a:pt x="325092" y="360867"/>
                  </a:lnTo>
                  <a:lnTo>
                    <a:pt x="358013" y="327845"/>
                  </a:lnTo>
                  <a:lnTo>
                    <a:pt x="388202" y="292357"/>
                  </a:lnTo>
                  <a:lnTo>
                    <a:pt x="415356" y="254702"/>
                  </a:lnTo>
                  <a:lnTo>
                    <a:pt x="439169" y="215179"/>
                  </a:lnTo>
                  <a:lnTo>
                    <a:pt x="459335" y="174086"/>
                  </a:lnTo>
                  <a:lnTo>
                    <a:pt x="475551" y="131723"/>
                  </a:lnTo>
                  <a:lnTo>
                    <a:pt x="487512" y="88388"/>
                  </a:lnTo>
                  <a:lnTo>
                    <a:pt x="494912" y="44380"/>
                  </a:lnTo>
                  <a:lnTo>
                    <a:pt x="497446" y="0"/>
                  </a:lnTo>
                  <a:lnTo>
                    <a:pt x="500003" y="44380"/>
                  </a:lnTo>
                  <a:lnTo>
                    <a:pt x="507469" y="88388"/>
                  </a:lnTo>
                  <a:lnTo>
                    <a:pt x="519533" y="131723"/>
                  </a:lnTo>
                  <a:lnTo>
                    <a:pt x="535885" y="174086"/>
                  </a:lnTo>
                  <a:lnTo>
                    <a:pt x="556217" y="215179"/>
                  </a:lnTo>
                  <a:lnTo>
                    <a:pt x="580217" y="254702"/>
                  </a:lnTo>
                  <a:lnTo>
                    <a:pt x="607578" y="292357"/>
                  </a:lnTo>
                  <a:lnTo>
                    <a:pt x="637988" y="327845"/>
                  </a:lnTo>
                  <a:lnTo>
                    <a:pt x="671138" y="360867"/>
                  </a:lnTo>
                  <a:lnTo>
                    <a:pt x="706718" y="391123"/>
                  </a:lnTo>
                  <a:lnTo>
                    <a:pt x="744419" y="418315"/>
                  </a:lnTo>
                  <a:lnTo>
                    <a:pt x="783931" y="442144"/>
                  </a:lnTo>
                  <a:lnTo>
                    <a:pt x="824944" y="462310"/>
                  </a:lnTo>
                  <a:lnTo>
                    <a:pt x="867149" y="478516"/>
                  </a:lnTo>
                  <a:lnTo>
                    <a:pt x="910235" y="490462"/>
                  </a:lnTo>
                  <a:lnTo>
                    <a:pt x="953893" y="497848"/>
                  </a:lnTo>
                  <a:lnTo>
                    <a:pt x="965528" y="498518"/>
                  </a:lnTo>
                </a:path>
                <a:path w="965834" h="1000125">
                  <a:moveTo>
                    <a:pt x="965528" y="502236"/>
                  </a:moveTo>
                  <a:lnTo>
                    <a:pt x="910235" y="510291"/>
                  </a:lnTo>
                  <a:lnTo>
                    <a:pt x="867149" y="522234"/>
                  </a:lnTo>
                  <a:lnTo>
                    <a:pt x="824944" y="538434"/>
                  </a:lnTo>
                  <a:lnTo>
                    <a:pt x="783931" y="558592"/>
                  </a:lnTo>
                  <a:lnTo>
                    <a:pt x="744419" y="582407"/>
                  </a:lnTo>
                  <a:lnTo>
                    <a:pt x="706718" y="609580"/>
                  </a:lnTo>
                  <a:lnTo>
                    <a:pt x="671138" y="639812"/>
                  </a:lnTo>
                  <a:lnTo>
                    <a:pt x="637988" y="672801"/>
                  </a:lnTo>
                  <a:lnTo>
                    <a:pt x="607578" y="708249"/>
                  </a:lnTo>
                  <a:lnTo>
                    <a:pt x="580217" y="745855"/>
                  </a:lnTo>
                  <a:lnTo>
                    <a:pt x="556217" y="785320"/>
                  </a:lnTo>
                  <a:lnTo>
                    <a:pt x="535885" y="826344"/>
                  </a:lnTo>
                  <a:lnTo>
                    <a:pt x="519533" y="868627"/>
                  </a:lnTo>
                  <a:lnTo>
                    <a:pt x="507469" y="911869"/>
                  </a:lnTo>
                  <a:lnTo>
                    <a:pt x="500003" y="955770"/>
                  </a:lnTo>
                  <a:lnTo>
                    <a:pt x="497446" y="1000030"/>
                  </a:lnTo>
                </a:path>
              </a:pathLst>
            </a:custGeom>
            <a:ln w="18718">
              <a:solidFill>
                <a:srgbClr val="36D636"/>
              </a:solidFill>
            </a:ln>
          </p:spPr>
          <p:txBody>
            <a:bodyPr wrap="square" lIns="0" tIns="0" rIns="0" bIns="0" rtlCol="0"/>
            <a:lstStyle/>
            <a:p>
              <a:endParaRPr/>
            </a:p>
          </p:txBody>
        </p:sp>
        <p:sp>
          <p:nvSpPr>
            <p:cNvPr id="7" name="object 7"/>
            <p:cNvSpPr/>
            <p:nvPr/>
          </p:nvSpPr>
          <p:spPr>
            <a:xfrm>
              <a:off x="17297222" y="0"/>
              <a:ext cx="991235" cy="1841500"/>
            </a:xfrm>
            <a:custGeom>
              <a:avLst/>
              <a:gdLst/>
              <a:ahLst/>
              <a:cxnLst/>
              <a:rect l="l" t="t" r="r" b="b"/>
              <a:pathLst>
                <a:path w="991234" h="1841500">
                  <a:moveTo>
                    <a:pt x="990800" y="1841013"/>
                  </a:moveTo>
                  <a:lnTo>
                    <a:pt x="0" y="1841013"/>
                  </a:lnTo>
                  <a:lnTo>
                    <a:pt x="0" y="0"/>
                  </a:lnTo>
                </a:path>
              </a:pathLst>
            </a:custGeom>
            <a:ln w="38157">
              <a:solidFill>
                <a:srgbClr val="959595"/>
              </a:solidFill>
            </a:ln>
          </p:spPr>
          <p:txBody>
            <a:bodyPr wrap="square" lIns="0" tIns="0" rIns="0" bIns="0" rtlCol="0"/>
            <a:lstStyle/>
            <a:p>
              <a:endParaRPr/>
            </a:p>
          </p:txBody>
        </p:sp>
      </p:grpSp>
      <p:grpSp>
        <p:nvGrpSpPr>
          <p:cNvPr id="8" name="object 8"/>
          <p:cNvGrpSpPr/>
          <p:nvPr/>
        </p:nvGrpSpPr>
        <p:grpSpPr>
          <a:xfrm>
            <a:off x="17591764" y="2317642"/>
            <a:ext cx="459740" cy="459740"/>
            <a:chOff x="17591764" y="2317642"/>
            <a:chExt cx="459740" cy="459740"/>
          </a:xfrm>
        </p:grpSpPr>
        <p:sp>
          <p:nvSpPr>
            <p:cNvPr id="9" name="object 9"/>
            <p:cNvSpPr/>
            <p:nvPr/>
          </p:nvSpPr>
          <p:spPr>
            <a:xfrm>
              <a:off x="17601057" y="2326970"/>
              <a:ext cx="440690" cy="440690"/>
            </a:xfrm>
            <a:custGeom>
              <a:avLst/>
              <a:gdLst/>
              <a:ahLst/>
              <a:cxnLst/>
              <a:rect l="l" t="t" r="r" b="b"/>
              <a:pathLst>
                <a:path w="440690" h="440689">
                  <a:moveTo>
                    <a:pt x="231902" y="0"/>
                  </a:moveTo>
                  <a:lnTo>
                    <a:pt x="208788" y="0"/>
                  </a:lnTo>
                  <a:lnTo>
                    <a:pt x="185801" y="2870"/>
                  </a:lnTo>
                  <a:lnTo>
                    <a:pt x="141097" y="14389"/>
                  </a:lnTo>
                  <a:lnTo>
                    <a:pt x="110236" y="29514"/>
                  </a:lnTo>
                  <a:lnTo>
                    <a:pt x="100076" y="35267"/>
                  </a:lnTo>
                  <a:lnTo>
                    <a:pt x="64770" y="64795"/>
                  </a:lnTo>
                  <a:lnTo>
                    <a:pt x="35306" y="100076"/>
                  </a:lnTo>
                  <a:lnTo>
                    <a:pt x="29591" y="110147"/>
                  </a:lnTo>
                  <a:lnTo>
                    <a:pt x="23749" y="120230"/>
                  </a:lnTo>
                  <a:lnTo>
                    <a:pt x="7239" y="163423"/>
                  </a:lnTo>
                  <a:lnTo>
                    <a:pt x="1524" y="197269"/>
                  </a:lnTo>
                  <a:lnTo>
                    <a:pt x="0" y="208788"/>
                  </a:lnTo>
                  <a:lnTo>
                    <a:pt x="0" y="220306"/>
                  </a:lnTo>
                  <a:lnTo>
                    <a:pt x="0" y="231825"/>
                  </a:lnTo>
                  <a:lnTo>
                    <a:pt x="1524" y="243344"/>
                  </a:lnTo>
                  <a:lnTo>
                    <a:pt x="10795" y="287985"/>
                  </a:lnTo>
                  <a:lnTo>
                    <a:pt x="29591" y="330466"/>
                  </a:lnTo>
                  <a:lnTo>
                    <a:pt x="56896" y="367182"/>
                  </a:lnTo>
                  <a:lnTo>
                    <a:pt x="82169" y="390944"/>
                  </a:lnTo>
                  <a:lnTo>
                    <a:pt x="90805" y="398145"/>
                  </a:lnTo>
                  <a:lnTo>
                    <a:pt x="131064" y="421182"/>
                  </a:lnTo>
                  <a:lnTo>
                    <a:pt x="175006" y="434860"/>
                  </a:lnTo>
                  <a:lnTo>
                    <a:pt x="185801" y="437019"/>
                  </a:lnTo>
                  <a:lnTo>
                    <a:pt x="197358" y="438454"/>
                  </a:lnTo>
                  <a:lnTo>
                    <a:pt x="208788" y="439902"/>
                  </a:lnTo>
                  <a:lnTo>
                    <a:pt x="220345" y="439902"/>
                  </a:lnTo>
                  <a:lnTo>
                    <a:pt x="220345" y="440626"/>
                  </a:lnTo>
                  <a:lnTo>
                    <a:pt x="231902" y="440626"/>
                  </a:lnTo>
                  <a:lnTo>
                    <a:pt x="243332" y="439178"/>
                  </a:lnTo>
                  <a:lnTo>
                    <a:pt x="254889" y="437743"/>
                  </a:lnTo>
                  <a:lnTo>
                    <a:pt x="309626" y="421182"/>
                  </a:lnTo>
                  <a:lnTo>
                    <a:pt x="349250" y="398145"/>
                  </a:lnTo>
                  <a:lnTo>
                    <a:pt x="383794" y="367182"/>
                  </a:lnTo>
                  <a:lnTo>
                    <a:pt x="390906" y="358546"/>
                  </a:lnTo>
                  <a:lnTo>
                    <a:pt x="398145" y="349910"/>
                  </a:lnTo>
                  <a:lnTo>
                    <a:pt x="421259" y="309587"/>
                  </a:lnTo>
                  <a:lnTo>
                    <a:pt x="434848" y="265658"/>
                  </a:lnTo>
                  <a:lnTo>
                    <a:pt x="437007" y="254863"/>
                  </a:lnTo>
                  <a:lnTo>
                    <a:pt x="438531" y="243344"/>
                  </a:lnTo>
                  <a:lnTo>
                    <a:pt x="439928" y="231825"/>
                  </a:lnTo>
                  <a:lnTo>
                    <a:pt x="439928" y="220306"/>
                  </a:lnTo>
                  <a:lnTo>
                    <a:pt x="440690" y="220306"/>
                  </a:lnTo>
                  <a:lnTo>
                    <a:pt x="440690" y="208788"/>
                  </a:lnTo>
                  <a:lnTo>
                    <a:pt x="439166" y="197269"/>
                  </a:lnTo>
                  <a:lnTo>
                    <a:pt x="437769" y="185750"/>
                  </a:lnTo>
                  <a:lnTo>
                    <a:pt x="426212" y="141109"/>
                  </a:lnTo>
                  <a:lnTo>
                    <a:pt x="411099" y="110147"/>
                  </a:lnTo>
                  <a:lnTo>
                    <a:pt x="405384" y="100076"/>
                  </a:lnTo>
                  <a:lnTo>
                    <a:pt x="398907" y="90716"/>
                  </a:lnTo>
                  <a:lnTo>
                    <a:pt x="391668" y="81343"/>
                  </a:lnTo>
                  <a:lnTo>
                    <a:pt x="383794" y="72707"/>
                  </a:lnTo>
                  <a:lnTo>
                    <a:pt x="375793" y="64795"/>
                  </a:lnTo>
                  <a:lnTo>
                    <a:pt x="367919" y="56870"/>
                  </a:lnTo>
                  <a:lnTo>
                    <a:pt x="359283" y="48945"/>
                  </a:lnTo>
                  <a:lnTo>
                    <a:pt x="349885" y="41757"/>
                  </a:lnTo>
                  <a:lnTo>
                    <a:pt x="340614" y="35267"/>
                  </a:lnTo>
                  <a:lnTo>
                    <a:pt x="330454" y="29514"/>
                  </a:lnTo>
                  <a:lnTo>
                    <a:pt x="320421" y="23749"/>
                  </a:lnTo>
                  <a:lnTo>
                    <a:pt x="277241" y="7188"/>
                  </a:lnTo>
                  <a:lnTo>
                    <a:pt x="254889" y="2870"/>
                  </a:lnTo>
                  <a:lnTo>
                    <a:pt x="231902" y="0"/>
                  </a:lnTo>
                  <a:close/>
                </a:path>
              </a:pathLst>
            </a:custGeom>
            <a:solidFill>
              <a:srgbClr val="959595"/>
            </a:solidFill>
          </p:spPr>
          <p:txBody>
            <a:bodyPr wrap="square" lIns="0" tIns="0" rIns="0" bIns="0" rtlCol="0"/>
            <a:lstStyle/>
            <a:p>
              <a:endParaRPr/>
            </a:p>
          </p:txBody>
        </p:sp>
        <p:sp>
          <p:nvSpPr>
            <p:cNvPr id="10" name="object 10"/>
            <p:cNvSpPr/>
            <p:nvPr/>
          </p:nvSpPr>
          <p:spPr>
            <a:xfrm>
              <a:off x="17601124" y="2327001"/>
              <a:ext cx="440690" cy="440690"/>
            </a:xfrm>
            <a:custGeom>
              <a:avLst/>
              <a:gdLst/>
              <a:ahLst/>
              <a:cxnLst/>
              <a:rect l="l" t="t" r="r" b="b"/>
              <a:pathLst>
                <a:path w="440690" h="440689">
                  <a:moveTo>
                    <a:pt x="0" y="220311"/>
                  </a:moveTo>
                  <a:lnTo>
                    <a:pt x="0" y="208792"/>
                  </a:lnTo>
                  <a:lnTo>
                    <a:pt x="1396" y="197273"/>
                  </a:lnTo>
                  <a:lnTo>
                    <a:pt x="2793" y="185753"/>
                  </a:lnTo>
                  <a:lnTo>
                    <a:pt x="14350" y="141112"/>
                  </a:lnTo>
                  <a:lnTo>
                    <a:pt x="35305" y="100077"/>
                  </a:lnTo>
                  <a:lnTo>
                    <a:pt x="64768" y="64796"/>
                  </a:lnTo>
                  <a:lnTo>
                    <a:pt x="100073" y="35281"/>
                  </a:lnTo>
                  <a:lnTo>
                    <a:pt x="141093" y="14402"/>
                  </a:lnTo>
                  <a:lnTo>
                    <a:pt x="185669" y="2882"/>
                  </a:lnTo>
                  <a:lnTo>
                    <a:pt x="197226" y="1447"/>
                  </a:lnTo>
                  <a:lnTo>
                    <a:pt x="208782" y="0"/>
                  </a:lnTo>
                  <a:lnTo>
                    <a:pt x="220212" y="0"/>
                  </a:lnTo>
                  <a:lnTo>
                    <a:pt x="231769" y="0"/>
                  </a:lnTo>
                  <a:lnTo>
                    <a:pt x="243325" y="1447"/>
                  </a:lnTo>
                  <a:lnTo>
                    <a:pt x="288663" y="10807"/>
                  </a:lnTo>
                  <a:lnTo>
                    <a:pt x="330445" y="29515"/>
                  </a:lnTo>
                  <a:lnTo>
                    <a:pt x="367909" y="56884"/>
                  </a:lnTo>
                  <a:lnTo>
                    <a:pt x="398770" y="90717"/>
                  </a:lnTo>
                  <a:lnTo>
                    <a:pt x="421883" y="131041"/>
                  </a:lnTo>
                  <a:lnTo>
                    <a:pt x="435472" y="174234"/>
                  </a:lnTo>
                  <a:lnTo>
                    <a:pt x="440551" y="208792"/>
                  </a:lnTo>
                  <a:lnTo>
                    <a:pt x="440551" y="220311"/>
                  </a:lnTo>
                  <a:lnTo>
                    <a:pt x="439789" y="220311"/>
                  </a:lnTo>
                  <a:lnTo>
                    <a:pt x="439789" y="231830"/>
                  </a:lnTo>
                  <a:lnTo>
                    <a:pt x="438393" y="243349"/>
                  </a:lnTo>
                  <a:lnTo>
                    <a:pt x="436996" y="254868"/>
                  </a:lnTo>
                  <a:lnTo>
                    <a:pt x="434837" y="265663"/>
                  </a:lnTo>
                  <a:lnTo>
                    <a:pt x="432678" y="277195"/>
                  </a:lnTo>
                  <a:lnTo>
                    <a:pt x="428995" y="287990"/>
                  </a:lnTo>
                  <a:lnTo>
                    <a:pt x="425439" y="298786"/>
                  </a:lnTo>
                  <a:lnTo>
                    <a:pt x="421121" y="309594"/>
                  </a:lnTo>
                  <a:lnTo>
                    <a:pt x="398135" y="349917"/>
                  </a:lnTo>
                  <a:lnTo>
                    <a:pt x="390896" y="358553"/>
                  </a:lnTo>
                  <a:lnTo>
                    <a:pt x="383657" y="367189"/>
                  </a:lnTo>
                  <a:lnTo>
                    <a:pt x="349114" y="398140"/>
                  </a:lnTo>
                  <a:lnTo>
                    <a:pt x="339716" y="404630"/>
                  </a:lnTo>
                  <a:lnTo>
                    <a:pt x="330445" y="411107"/>
                  </a:lnTo>
                  <a:lnTo>
                    <a:pt x="287901" y="429827"/>
                  </a:lnTo>
                  <a:lnTo>
                    <a:pt x="243325" y="439187"/>
                  </a:lnTo>
                  <a:lnTo>
                    <a:pt x="231769" y="440622"/>
                  </a:lnTo>
                  <a:lnTo>
                    <a:pt x="220212" y="440622"/>
                  </a:lnTo>
                  <a:lnTo>
                    <a:pt x="220212" y="439911"/>
                  </a:lnTo>
                  <a:lnTo>
                    <a:pt x="208782" y="439911"/>
                  </a:lnTo>
                  <a:lnTo>
                    <a:pt x="197226" y="438463"/>
                  </a:lnTo>
                  <a:lnTo>
                    <a:pt x="185669" y="437028"/>
                  </a:lnTo>
                  <a:lnTo>
                    <a:pt x="174874" y="434869"/>
                  </a:lnTo>
                  <a:lnTo>
                    <a:pt x="163444" y="432710"/>
                  </a:lnTo>
                  <a:lnTo>
                    <a:pt x="152650" y="429103"/>
                  </a:lnTo>
                  <a:lnTo>
                    <a:pt x="141855" y="425509"/>
                  </a:lnTo>
                  <a:lnTo>
                    <a:pt x="100708" y="404630"/>
                  </a:lnTo>
                  <a:lnTo>
                    <a:pt x="64768" y="375825"/>
                  </a:lnTo>
                  <a:lnTo>
                    <a:pt x="35940" y="339833"/>
                  </a:lnTo>
                  <a:lnTo>
                    <a:pt x="15112" y="298786"/>
                  </a:lnTo>
                  <a:lnTo>
                    <a:pt x="10794" y="287990"/>
                  </a:lnTo>
                  <a:lnTo>
                    <a:pt x="7873" y="277195"/>
                  </a:lnTo>
                  <a:lnTo>
                    <a:pt x="4952" y="265663"/>
                  </a:lnTo>
                  <a:lnTo>
                    <a:pt x="2793" y="254868"/>
                  </a:lnTo>
                  <a:lnTo>
                    <a:pt x="1396" y="243349"/>
                  </a:lnTo>
                  <a:lnTo>
                    <a:pt x="0" y="231830"/>
                  </a:lnTo>
                  <a:lnTo>
                    <a:pt x="0" y="220311"/>
                  </a:lnTo>
                  <a:close/>
                </a:path>
              </a:pathLst>
            </a:custGeom>
            <a:ln w="18718">
              <a:solidFill>
                <a:srgbClr val="959595"/>
              </a:solidFill>
            </a:ln>
          </p:spPr>
          <p:txBody>
            <a:bodyPr wrap="square" lIns="0" tIns="0" rIns="0" bIns="0" rtlCol="0"/>
            <a:lstStyle/>
            <a:p>
              <a:endParaRPr/>
            </a:p>
          </p:txBody>
        </p:sp>
      </p:grpSp>
      <p:grpSp>
        <p:nvGrpSpPr>
          <p:cNvPr id="11" name="object 11"/>
          <p:cNvGrpSpPr/>
          <p:nvPr/>
        </p:nvGrpSpPr>
        <p:grpSpPr>
          <a:xfrm>
            <a:off x="-9359" y="9760438"/>
            <a:ext cx="595630" cy="535940"/>
            <a:chOff x="-9359" y="9760438"/>
            <a:chExt cx="595630" cy="535940"/>
          </a:xfrm>
        </p:grpSpPr>
        <p:sp>
          <p:nvSpPr>
            <p:cNvPr id="12" name="object 12"/>
            <p:cNvSpPr/>
            <p:nvPr/>
          </p:nvSpPr>
          <p:spPr>
            <a:xfrm>
              <a:off x="0" y="9769798"/>
              <a:ext cx="576580" cy="517525"/>
            </a:xfrm>
            <a:custGeom>
              <a:avLst/>
              <a:gdLst/>
              <a:ahLst/>
              <a:cxnLst/>
              <a:rect l="l" t="t" r="r" b="b"/>
              <a:pathLst>
                <a:path w="576580" h="517525">
                  <a:moveTo>
                    <a:pt x="0" y="0"/>
                  </a:moveTo>
                  <a:lnTo>
                    <a:pt x="0" y="517199"/>
                  </a:lnTo>
                  <a:lnTo>
                    <a:pt x="576456" y="517199"/>
                  </a:lnTo>
                  <a:lnTo>
                    <a:pt x="567352" y="463557"/>
                  </a:lnTo>
                  <a:lnTo>
                    <a:pt x="551512" y="404517"/>
                  </a:lnTo>
                  <a:lnTo>
                    <a:pt x="529912" y="346920"/>
                  </a:lnTo>
                  <a:lnTo>
                    <a:pt x="501834" y="292921"/>
                  </a:lnTo>
                  <a:lnTo>
                    <a:pt x="468713" y="241078"/>
                  </a:lnTo>
                  <a:lnTo>
                    <a:pt x="429835" y="193557"/>
                  </a:lnTo>
                  <a:lnTo>
                    <a:pt x="386636" y="150358"/>
                  </a:lnTo>
                  <a:lnTo>
                    <a:pt x="339115" y="111480"/>
                  </a:lnTo>
                  <a:lnTo>
                    <a:pt x="287997" y="78359"/>
                  </a:lnTo>
                  <a:lnTo>
                    <a:pt x="233278" y="50281"/>
                  </a:lnTo>
                  <a:lnTo>
                    <a:pt x="175676" y="28681"/>
                  </a:lnTo>
                  <a:lnTo>
                    <a:pt x="116636" y="12841"/>
                  </a:lnTo>
                  <a:lnTo>
                    <a:pt x="56157" y="2760"/>
                  </a:lnTo>
                  <a:lnTo>
                    <a:pt x="0" y="0"/>
                  </a:lnTo>
                  <a:close/>
                </a:path>
              </a:pathLst>
            </a:custGeom>
            <a:solidFill>
              <a:srgbClr val="959595"/>
            </a:solidFill>
          </p:spPr>
          <p:txBody>
            <a:bodyPr wrap="square" lIns="0" tIns="0" rIns="0" bIns="0" rtlCol="0"/>
            <a:lstStyle/>
            <a:p>
              <a:endParaRPr/>
            </a:p>
          </p:txBody>
        </p:sp>
        <p:sp>
          <p:nvSpPr>
            <p:cNvPr id="13" name="object 13"/>
            <p:cNvSpPr/>
            <p:nvPr/>
          </p:nvSpPr>
          <p:spPr>
            <a:xfrm>
              <a:off x="0" y="9769798"/>
              <a:ext cx="576580" cy="517525"/>
            </a:xfrm>
            <a:custGeom>
              <a:avLst/>
              <a:gdLst/>
              <a:ahLst/>
              <a:cxnLst/>
              <a:rect l="l" t="t" r="r" b="b"/>
              <a:pathLst>
                <a:path w="576580" h="517525">
                  <a:moveTo>
                    <a:pt x="0" y="0"/>
                  </a:moveTo>
                  <a:lnTo>
                    <a:pt x="56157" y="2760"/>
                  </a:lnTo>
                  <a:lnTo>
                    <a:pt x="116636" y="12841"/>
                  </a:lnTo>
                  <a:lnTo>
                    <a:pt x="175676" y="28681"/>
                  </a:lnTo>
                  <a:lnTo>
                    <a:pt x="233278" y="50281"/>
                  </a:lnTo>
                  <a:lnTo>
                    <a:pt x="287997" y="78359"/>
                  </a:lnTo>
                  <a:lnTo>
                    <a:pt x="339115" y="111480"/>
                  </a:lnTo>
                  <a:lnTo>
                    <a:pt x="386636" y="150358"/>
                  </a:lnTo>
                  <a:lnTo>
                    <a:pt x="429835" y="193557"/>
                  </a:lnTo>
                  <a:lnTo>
                    <a:pt x="468713" y="241078"/>
                  </a:lnTo>
                  <a:lnTo>
                    <a:pt x="501834" y="292921"/>
                  </a:lnTo>
                  <a:lnTo>
                    <a:pt x="529912" y="346920"/>
                  </a:lnTo>
                  <a:lnTo>
                    <a:pt x="551512" y="404517"/>
                  </a:lnTo>
                  <a:lnTo>
                    <a:pt x="567352" y="463557"/>
                  </a:lnTo>
                  <a:lnTo>
                    <a:pt x="573112" y="493799"/>
                  </a:lnTo>
                  <a:lnTo>
                    <a:pt x="576456" y="517199"/>
                  </a:lnTo>
                </a:path>
              </a:pathLst>
            </a:custGeom>
            <a:ln w="18719">
              <a:solidFill>
                <a:srgbClr val="959595"/>
              </a:solidFill>
            </a:ln>
          </p:spPr>
          <p:txBody>
            <a:bodyPr wrap="square" lIns="0" tIns="0" rIns="0" bIns="0" rtlCol="0"/>
            <a:lstStyle/>
            <a:p>
              <a:endParaRPr/>
            </a:p>
          </p:txBody>
        </p:sp>
      </p:grpSp>
      <p:grpSp>
        <p:nvGrpSpPr>
          <p:cNvPr id="14" name="object 14"/>
          <p:cNvGrpSpPr/>
          <p:nvPr/>
        </p:nvGrpSpPr>
        <p:grpSpPr>
          <a:xfrm>
            <a:off x="328317" y="742289"/>
            <a:ext cx="671195" cy="669290"/>
            <a:chOff x="328317" y="742289"/>
            <a:chExt cx="671195" cy="669290"/>
          </a:xfrm>
        </p:grpSpPr>
        <p:sp>
          <p:nvSpPr>
            <p:cNvPr id="15" name="object 15"/>
            <p:cNvSpPr/>
            <p:nvPr/>
          </p:nvSpPr>
          <p:spPr>
            <a:xfrm>
              <a:off x="337676" y="751675"/>
              <a:ext cx="652780" cy="650240"/>
            </a:xfrm>
            <a:custGeom>
              <a:avLst/>
              <a:gdLst/>
              <a:ahLst/>
              <a:cxnLst/>
              <a:rect l="l" t="t" r="r" b="b"/>
              <a:pathLst>
                <a:path w="652780" h="650240">
                  <a:moveTo>
                    <a:pt x="326101" y="0"/>
                  </a:moveTo>
                  <a:lnTo>
                    <a:pt x="322189" y="44056"/>
                  </a:lnTo>
                  <a:lnTo>
                    <a:pt x="310940" y="87383"/>
                  </a:lnTo>
                  <a:lnTo>
                    <a:pt x="293084" y="129250"/>
                  </a:lnTo>
                  <a:lnTo>
                    <a:pt x="269352" y="168925"/>
                  </a:lnTo>
                  <a:lnTo>
                    <a:pt x="240472" y="205680"/>
                  </a:lnTo>
                  <a:lnTo>
                    <a:pt x="207176" y="238783"/>
                  </a:lnTo>
                  <a:lnTo>
                    <a:pt x="170193" y="267506"/>
                  </a:lnTo>
                  <a:lnTo>
                    <a:pt x="130254" y="291116"/>
                  </a:lnTo>
                  <a:lnTo>
                    <a:pt x="88089" y="308885"/>
                  </a:lnTo>
                  <a:lnTo>
                    <a:pt x="44427" y="320082"/>
                  </a:lnTo>
                  <a:lnTo>
                    <a:pt x="0" y="323977"/>
                  </a:lnTo>
                  <a:lnTo>
                    <a:pt x="44427" y="327905"/>
                  </a:lnTo>
                  <a:lnTo>
                    <a:pt x="88089" y="339198"/>
                  </a:lnTo>
                  <a:lnTo>
                    <a:pt x="130254" y="357116"/>
                  </a:lnTo>
                  <a:lnTo>
                    <a:pt x="170193" y="380917"/>
                  </a:lnTo>
                  <a:lnTo>
                    <a:pt x="207176" y="409863"/>
                  </a:lnTo>
                  <a:lnTo>
                    <a:pt x="240472" y="443213"/>
                  </a:lnTo>
                  <a:lnTo>
                    <a:pt x="269352" y="480227"/>
                  </a:lnTo>
                  <a:lnTo>
                    <a:pt x="293084" y="520165"/>
                  </a:lnTo>
                  <a:lnTo>
                    <a:pt x="310940" y="562288"/>
                  </a:lnTo>
                  <a:lnTo>
                    <a:pt x="322189" y="605854"/>
                  </a:lnTo>
                  <a:lnTo>
                    <a:pt x="326101" y="650125"/>
                  </a:lnTo>
                  <a:lnTo>
                    <a:pt x="329997" y="605854"/>
                  </a:lnTo>
                  <a:lnTo>
                    <a:pt x="341204" y="562288"/>
                  </a:lnTo>
                  <a:lnTo>
                    <a:pt x="359001" y="520165"/>
                  </a:lnTo>
                  <a:lnTo>
                    <a:pt x="382669" y="480227"/>
                  </a:lnTo>
                  <a:lnTo>
                    <a:pt x="411487" y="443213"/>
                  </a:lnTo>
                  <a:lnTo>
                    <a:pt x="444735" y="409863"/>
                  </a:lnTo>
                  <a:lnTo>
                    <a:pt x="481692" y="380917"/>
                  </a:lnTo>
                  <a:lnTo>
                    <a:pt x="521638" y="357116"/>
                  </a:lnTo>
                  <a:lnTo>
                    <a:pt x="563852" y="339198"/>
                  </a:lnTo>
                  <a:lnTo>
                    <a:pt x="607614" y="327905"/>
                  </a:lnTo>
                  <a:lnTo>
                    <a:pt x="652204" y="323977"/>
                  </a:lnTo>
                  <a:lnTo>
                    <a:pt x="607614" y="320082"/>
                  </a:lnTo>
                  <a:lnTo>
                    <a:pt x="563852" y="308885"/>
                  </a:lnTo>
                  <a:lnTo>
                    <a:pt x="521638" y="291116"/>
                  </a:lnTo>
                  <a:lnTo>
                    <a:pt x="481692" y="267506"/>
                  </a:lnTo>
                  <a:lnTo>
                    <a:pt x="444735" y="238783"/>
                  </a:lnTo>
                  <a:lnTo>
                    <a:pt x="411487" y="205680"/>
                  </a:lnTo>
                  <a:lnTo>
                    <a:pt x="382669" y="168925"/>
                  </a:lnTo>
                  <a:lnTo>
                    <a:pt x="359001" y="129250"/>
                  </a:lnTo>
                  <a:lnTo>
                    <a:pt x="341204" y="87383"/>
                  </a:lnTo>
                  <a:lnTo>
                    <a:pt x="329997" y="44056"/>
                  </a:lnTo>
                  <a:lnTo>
                    <a:pt x="326101" y="0"/>
                  </a:lnTo>
                  <a:close/>
                </a:path>
              </a:pathLst>
            </a:custGeom>
            <a:solidFill>
              <a:srgbClr val="36D636"/>
            </a:solidFill>
          </p:spPr>
          <p:txBody>
            <a:bodyPr wrap="square" lIns="0" tIns="0" rIns="0" bIns="0" rtlCol="0"/>
            <a:lstStyle/>
            <a:p>
              <a:endParaRPr/>
            </a:p>
          </p:txBody>
        </p:sp>
        <p:sp>
          <p:nvSpPr>
            <p:cNvPr id="16" name="object 16"/>
            <p:cNvSpPr/>
            <p:nvPr/>
          </p:nvSpPr>
          <p:spPr>
            <a:xfrm>
              <a:off x="337676" y="751648"/>
              <a:ext cx="652780" cy="650240"/>
            </a:xfrm>
            <a:custGeom>
              <a:avLst/>
              <a:gdLst/>
              <a:ahLst/>
              <a:cxnLst/>
              <a:rect l="l" t="t" r="r" b="b"/>
              <a:pathLst>
                <a:path w="652780" h="650240">
                  <a:moveTo>
                    <a:pt x="0" y="323983"/>
                  </a:moveTo>
                  <a:lnTo>
                    <a:pt x="44427" y="320088"/>
                  </a:lnTo>
                  <a:lnTo>
                    <a:pt x="88089" y="308891"/>
                  </a:lnTo>
                  <a:lnTo>
                    <a:pt x="130254" y="291121"/>
                  </a:lnTo>
                  <a:lnTo>
                    <a:pt x="170193" y="267510"/>
                  </a:lnTo>
                  <a:lnTo>
                    <a:pt x="207176" y="238786"/>
                  </a:lnTo>
                  <a:lnTo>
                    <a:pt x="240472" y="205682"/>
                  </a:lnTo>
                  <a:lnTo>
                    <a:pt x="269352" y="168926"/>
                  </a:lnTo>
                  <a:lnTo>
                    <a:pt x="293085" y="129249"/>
                  </a:lnTo>
                  <a:lnTo>
                    <a:pt x="310941" y="87383"/>
                  </a:lnTo>
                  <a:lnTo>
                    <a:pt x="322190" y="44056"/>
                  </a:lnTo>
                  <a:lnTo>
                    <a:pt x="326102" y="0"/>
                  </a:lnTo>
                  <a:lnTo>
                    <a:pt x="329997" y="44056"/>
                  </a:lnTo>
                  <a:lnTo>
                    <a:pt x="341204" y="87383"/>
                  </a:lnTo>
                  <a:lnTo>
                    <a:pt x="359002" y="129249"/>
                  </a:lnTo>
                  <a:lnTo>
                    <a:pt x="382670" y="168926"/>
                  </a:lnTo>
                  <a:lnTo>
                    <a:pt x="411488" y="205682"/>
                  </a:lnTo>
                  <a:lnTo>
                    <a:pt x="444735" y="238786"/>
                  </a:lnTo>
                  <a:lnTo>
                    <a:pt x="481692" y="267510"/>
                  </a:lnTo>
                  <a:lnTo>
                    <a:pt x="521638" y="291121"/>
                  </a:lnTo>
                  <a:lnTo>
                    <a:pt x="563852" y="308891"/>
                  </a:lnTo>
                  <a:lnTo>
                    <a:pt x="607614" y="320088"/>
                  </a:lnTo>
                  <a:lnTo>
                    <a:pt x="652204" y="323983"/>
                  </a:lnTo>
                  <a:lnTo>
                    <a:pt x="607614" y="327912"/>
                  </a:lnTo>
                  <a:lnTo>
                    <a:pt x="563852" y="339204"/>
                  </a:lnTo>
                  <a:lnTo>
                    <a:pt x="521638" y="357120"/>
                  </a:lnTo>
                  <a:lnTo>
                    <a:pt x="481692" y="380919"/>
                  </a:lnTo>
                  <a:lnTo>
                    <a:pt x="444735" y="409863"/>
                  </a:lnTo>
                  <a:lnTo>
                    <a:pt x="411488" y="443210"/>
                  </a:lnTo>
                  <a:lnTo>
                    <a:pt x="382670" y="480222"/>
                  </a:lnTo>
                  <a:lnTo>
                    <a:pt x="359002" y="520158"/>
                  </a:lnTo>
                  <a:lnTo>
                    <a:pt x="341204" y="562279"/>
                  </a:lnTo>
                  <a:lnTo>
                    <a:pt x="329997" y="605844"/>
                  </a:lnTo>
                  <a:lnTo>
                    <a:pt x="326102" y="650113"/>
                  </a:lnTo>
                  <a:lnTo>
                    <a:pt x="322190" y="605844"/>
                  </a:lnTo>
                  <a:lnTo>
                    <a:pt x="310941" y="562279"/>
                  </a:lnTo>
                  <a:lnTo>
                    <a:pt x="293085" y="520158"/>
                  </a:lnTo>
                  <a:lnTo>
                    <a:pt x="269352" y="480222"/>
                  </a:lnTo>
                  <a:lnTo>
                    <a:pt x="240472" y="443210"/>
                  </a:lnTo>
                  <a:lnTo>
                    <a:pt x="207176" y="409863"/>
                  </a:lnTo>
                  <a:lnTo>
                    <a:pt x="170193" y="380919"/>
                  </a:lnTo>
                  <a:lnTo>
                    <a:pt x="130254" y="357120"/>
                  </a:lnTo>
                  <a:lnTo>
                    <a:pt x="88089" y="339204"/>
                  </a:lnTo>
                  <a:lnTo>
                    <a:pt x="44427" y="327912"/>
                  </a:lnTo>
                  <a:lnTo>
                    <a:pt x="0" y="323983"/>
                  </a:lnTo>
                  <a:close/>
                </a:path>
              </a:pathLst>
            </a:custGeom>
            <a:ln w="18717">
              <a:solidFill>
                <a:srgbClr val="36D636"/>
              </a:solidFill>
            </a:ln>
          </p:spPr>
          <p:txBody>
            <a:bodyPr wrap="square" lIns="0" tIns="0" rIns="0" bIns="0" rtlCol="0"/>
            <a:lstStyle/>
            <a:p>
              <a:endParaRPr/>
            </a:p>
          </p:txBody>
        </p:sp>
      </p:grpSp>
      <p:sp>
        <p:nvSpPr>
          <p:cNvPr id="17" name="object 1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z="5600" spc="-595" dirty="0"/>
              <a:t>Challenges Faced</a:t>
            </a:r>
            <a:endParaRPr lang="en-US" sz="5600" dirty="0"/>
          </a:p>
        </p:txBody>
      </p:sp>
      <p:sp>
        <p:nvSpPr>
          <p:cNvPr id="21" name="object 21"/>
          <p:cNvSpPr txBox="1"/>
          <p:nvPr/>
        </p:nvSpPr>
        <p:spPr>
          <a:xfrm>
            <a:off x="1869132" y="2733452"/>
            <a:ext cx="15731858" cy="6024726"/>
          </a:xfrm>
          <a:prstGeom prst="rect">
            <a:avLst/>
          </a:prstGeom>
        </p:spPr>
        <p:txBody>
          <a:bodyPr vert="horz" wrap="square" lIns="0" tIns="12700" rIns="0" bIns="0" rtlCol="0">
            <a:spAutoFit/>
          </a:bodyPr>
          <a:lstStyle/>
          <a:p>
            <a:pPr marL="12700">
              <a:spcBef>
                <a:spcPts val="100"/>
              </a:spcBef>
            </a:pPr>
            <a:r>
              <a:rPr lang="en-US" sz="3200" spc="-10" dirty="0">
                <a:latin typeface="Lucida Sans" panose="020B0602030504020204" pitchFamily="34" charset="0"/>
                <a:cs typeface="Calibri"/>
              </a:rPr>
              <a:t>Integration Complexity:</a:t>
            </a:r>
          </a:p>
          <a:p>
            <a:pPr marL="12700">
              <a:spcBef>
                <a:spcPts val="100"/>
              </a:spcBef>
            </a:pPr>
            <a:endParaRPr lang="en-US" sz="3200" spc="-10" dirty="0">
              <a:latin typeface="Lucida Sans" panose="020B0602030504020204" pitchFamily="34" charset="0"/>
              <a:cs typeface="Calibri"/>
            </a:endParaRP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Challenge: It was difficult and time-consuming to connect different parts of the system and third-party services.</a:t>
            </a: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Solution: We broke down the system into smaller parts with clear rules for how they communicate.</a:t>
            </a:r>
          </a:p>
          <a:p>
            <a:pPr marL="12700">
              <a:spcBef>
                <a:spcPts val="100"/>
              </a:spcBef>
            </a:pPr>
            <a:endParaRPr lang="en-US" sz="3200" spc="-10" dirty="0">
              <a:latin typeface="Lucida Sans" panose="020B0602030504020204" pitchFamily="34" charset="0"/>
              <a:cs typeface="Calibri"/>
            </a:endParaRPr>
          </a:p>
          <a:p>
            <a:pPr marL="12700">
              <a:spcBef>
                <a:spcPts val="100"/>
              </a:spcBef>
            </a:pPr>
            <a:r>
              <a:rPr lang="en-US" sz="3200" spc="-10" dirty="0">
                <a:latin typeface="Lucida Sans" panose="020B0602030504020204" pitchFamily="34" charset="0"/>
                <a:cs typeface="Calibri"/>
              </a:rPr>
              <a:t>Security Vulnerabilities:</a:t>
            </a:r>
          </a:p>
          <a:p>
            <a:pPr marL="12700">
              <a:spcBef>
                <a:spcPts val="100"/>
              </a:spcBef>
            </a:pPr>
            <a:endParaRPr lang="en-US" sz="3200" spc="-10" dirty="0">
              <a:latin typeface="Lucida Sans" panose="020B0602030504020204" pitchFamily="34" charset="0"/>
              <a:cs typeface="Calibri"/>
            </a:endParaRP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Challenge: Finding and fixing problems in how the app keeps user information safe, especially with all the rules about privacy and safety.</a:t>
            </a:r>
          </a:p>
          <a:p>
            <a:pPr marL="469900" indent="-457200">
              <a:spcBef>
                <a:spcPts val="100"/>
              </a:spcBef>
              <a:buFont typeface="Arial" panose="020B0604020202020204" pitchFamily="34" charset="0"/>
              <a:buChar char="•"/>
            </a:pPr>
            <a:r>
              <a:rPr lang="en-US" sz="3200" spc="-10" dirty="0">
                <a:latin typeface="Lucida Sans" panose="020B0602030504020204" pitchFamily="34" charset="0"/>
                <a:cs typeface="Calibri"/>
              </a:rPr>
              <a:t>Solution: We put strong ways to keep information safe in the app.</a:t>
            </a:r>
          </a:p>
        </p:txBody>
      </p:sp>
    </p:spTree>
    <p:extLst>
      <p:ext uri="{BB962C8B-B14F-4D97-AF65-F5344CB8AC3E}">
        <p14:creationId xmlns:p14="http://schemas.microsoft.com/office/powerpoint/2010/main" val="1833045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611852" y="0"/>
            <a:ext cx="1676400" cy="4457700"/>
            <a:chOff x="16611852" y="0"/>
            <a:chExt cx="1676400" cy="4457700"/>
          </a:xfrm>
        </p:grpSpPr>
        <p:sp>
          <p:nvSpPr>
            <p:cNvPr id="3" name="object 3"/>
            <p:cNvSpPr/>
            <p:nvPr/>
          </p:nvSpPr>
          <p:spPr>
            <a:xfrm>
              <a:off x="16611852" y="0"/>
              <a:ext cx="1676400" cy="4457700"/>
            </a:xfrm>
            <a:custGeom>
              <a:avLst/>
              <a:gdLst/>
              <a:ahLst/>
              <a:cxnLst/>
              <a:rect l="l" t="t" r="r" b="b"/>
              <a:pathLst>
                <a:path w="1676400" h="4457700">
                  <a:moveTo>
                    <a:pt x="582421" y="3351542"/>
                  </a:moveTo>
                  <a:lnTo>
                    <a:pt x="527684" y="3351542"/>
                  </a:lnTo>
                  <a:lnTo>
                    <a:pt x="0" y="3874261"/>
                  </a:lnTo>
                  <a:lnTo>
                    <a:pt x="0" y="4457699"/>
                  </a:lnTo>
                  <a:lnTo>
                    <a:pt x="582421" y="4457699"/>
                  </a:lnTo>
                  <a:lnTo>
                    <a:pt x="582421" y="4428654"/>
                  </a:lnTo>
                  <a:lnTo>
                    <a:pt x="29463" y="4428654"/>
                  </a:lnTo>
                  <a:lnTo>
                    <a:pt x="29463" y="3904500"/>
                  </a:lnTo>
                  <a:lnTo>
                    <a:pt x="1136776" y="3904500"/>
                  </a:lnTo>
                  <a:lnTo>
                    <a:pt x="1136776" y="3874261"/>
                  </a:lnTo>
                  <a:lnTo>
                    <a:pt x="42417" y="3874261"/>
                  </a:lnTo>
                  <a:lnTo>
                    <a:pt x="552195" y="3370262"/>
                  </a:lnTo>
                  <a:lnTo>
                    <a:pt x="582421" y="3370262"/>
                  </a:lnTo>
                  <a:lnTo>
                    <a:pt x="582421" y="3351542"/>
                  </a:lnTo>
                  <a:close/>
                </a:path>
                <a:path w="1676400" h="4457700">
                  <a:moveTo>
                    <a:pt x="582421" y="3904500"/>
                  </a:moveTo>
                  <a:lnTo>
                    <a:pt x="552195" y="3904500"/>
                  </a:lnTo>
                  <a:lnTo>
                    <a:pt x="552195" y="4428654"/>
                  </a:lnTo>
                  <a:lnTo>
                    <a:pt x="582421" y="4428654"/>
                  </a:lnTo>
                  <a:lnTo>
                    <a:pt x="582421" y="3904500"/>
                  </a:lnTo>
                  <a:close/>
                </a:path>
                <a:path w="1676400" h="4457700">
                  <a:moveTo>
                    <a:pt x="582421" y="3370262"/>
                  </a:moveTo>
                  <a:lnTo>
                    <a:pt x="552195" y="3370262"/>
                  </a:lnTo>
                  <a:lnTo>
                    <a:pt x="552195" y="3874261"/>
                  </a:lnTo>
                  <a:lnTo>
                    <a:pt x="582421" y="3874261"/>
                  </a:lnTo>
                  <a:lnTo>
                    <a:pt x="582421" y="3370262"/>
                  </a:lnTo>
                  <a:close/>
                </a:path>
                <a:path w="1676400" h="4457700">
                  <a:moveTo>
                    <a:pt x="1136776" y="2245639"/>
                  </a:moveTo>
                  <a:lnTo>
                    <a:pt x="1106550" y="2245639"/>
                  </a:lnTo>
                  <a:lnTo>
                    <a:pt x="1106550" y="2768358"/>
                  </a:lnTo>
                  <a:lnTo>
                    <a:pt x="0" y="2768358"/>
                  </a:lnTo>
                  <a:lnTo>
                    <a:pt x="0" y="3351542"/>
                  </a:lnTo>
                  <a:lnTo>
                    <a:pt x="1106550" y="3351542"/>
                  </a:lnTo>
                  <a:lnTo>
                    <a:pt x="1106550" y="3874261"/>
                  </a:lnTo>
                  <a:lnTo>
                    <a:pt x="1136776" y="3874261"/>
                  </a:lnTo>
                  <a:lnTo>
                    <a:pt x="1136776" y="3321303"/>
                  </a:lnTo>
                  <a:lnTo>
                    <a:pt x="29463" y="3321303"/>
                  </a:lnTo>
                  <a:lnTo>
                    <a:pt x="29463" y="2797162"/>
                  </a:lnTo>
                  <a:lnTo>
                    <a:pt x="1136776" y="2797162"/>
                  </a:lnTo>
                  <a:lnTo>
                    <a:pt x="1136776" y="2791396"/>
                  </a:lnTo>
                  <a:lnTo>
                    <a:pt x="1179085" y="2749638"/>
                  </a:lnTo>
                  <a:lnTo>
                    <a:pt x="1136776" y="2749638"/>
                  </a:lnTo>
                  <a:lnTo>
                    <a:pt x="1136776" y="2245639"/>
                  </a:lnTo>
                  <a:close/>
                </a:path>
                <a:path w="1676400" h="4457700">
                  <a:moveTo>
                    <a:pt x="582421" y="2797162"/>
                  </a:moveTo>
                  <a:lnTo>
                    <a:pt x="552195" y="2797162"/>
                  </a:lnTo>
                  <a:lnTo>
                    <a:pt x="552195" y="3321303"/>
                  </a:lnTo>
                  <a:lnTo>
                    <a:pt x="602614" y="3321303"/>
                  </a:lnTo>
                  <a:lnTo>
                    <a:pt x="625842" y="3298266"/>
                  </a:lnTo>
                  <a:lnTo>
                    <a:pt x="582421" y="3298266"/>
                  </a:lnTo>
                  <a:lnTo>
                    <a:pt x="582421" y="2797162"/>
                  </a:lnTo>
                  <a:close/>
                </a:path>
                <a:path w="1676400" h="4457700">
                  <a:moveTo>
                    <a:pt x="1131061" y="2797162"/>
                  </a:moveTo>
                  <a:lnTo>
                    <a:pt x="1087881" y="2797162"/>
                  </a:lnTo>
                  <a:lnTo>
                    <a:pt x="582421" y="3298266"/>
                  </a:lnTo>
                  <a:lnTo>
                    <a:pt x="625842" y="3298266"/>
                  </a:lnTo>
                  <a:lnTo>
                    <a:pt x="1131061" y="2797162"/>
                  </a:lnTo>
                  <a:close/>
                </a:path>
                <a:path w="1676400" h="4457700">
                  <a:moveTo>
                    <a:pt x="1676158" y="1691258"/>
                  </a:moveTo>
                  <a:lnTo>
                    <a:pt x="1660905" y="1691258"/>
                  </a:lnTo>
                  <a:lnTo>
                    <a:pt x="1660905" y="2215400"/>
                  </a:lnTo>
                  <a:lnTo>
                    <a:pt x="552195" y="2215400"/>
                  </a:lnTo>
                  <a:lnTo>
                    <a:pt x="552195" y="2768358"/>
                  </a:lnTo>
                  <a:lnTo>
                    <a:pt x="582421" y="2768358"/>
                  </a:lnTo>
                  <a:lnTo>
                    <a:pt x="582421" y="2245639"/>
                  </a:lnTo>
                  <a:lnTo>
                    <a:pt x="1676158" y="2245639"/>
                  </a:lnTo>
                  <a:lnTo>
                    <a:pt x="1676158" y="1691258"/>
                  </a:lnTo>
                  <a:close/>
                </a:path>
                <a:path w="1676400" h="4457700">
                  <a:moveTo>
                    <a:pt x="1676158" y="2245639"/>
                  </a:moveTo>
                  <a:lnTo>
                    <a:pt x="1646554" y="2245639"/>
                  </a:lnTo>
                  <a:lnTo>
                    <a:pt x="1136776" y="2749638"/>
                  </a:lnTo>
                  <a:lnTo>
                    <a:pt x="1179085" y="2749638"/>
                  </a:lnTo>
                  <a:lnTo>
                    <a:pt x="1676158" y="2259038"/>
                  </a:lnTo>
                  <a:lnTo>
                    <a:pt x="1676158" y="2245639"/>
                  </a:lnTo>
                  <a:close/>
                </a:path>
                <a:path w="1676400" h="4457700">
                  <a:moveTo>
                    <a:pt x="1676158" y="0"/>
                  </a:moveTo>
                  <a:lnTo>
                    <a:pt x="1660905" y="0"/>
                  </a:lnTo>
                  <a:lnTo>
                    <a:pt x="1106550" y="553669"/>
                  </a:lnTo>
                  <a:lnTo>
                    <a:pt x="1106550" y="1136865"/>
                  </a:lnTo>
                  <a:lnTo>
                    <a:pt x="1660905" y="1136865"/>
                  </a:lnTo>
                  <a:lnTo>
                    <a:pt x="1660905" y="1661020"/>
                  </a:lnTo>
                  <a:lnTo>
                    <a:pt x="1106550" y="1661020"/>
                  </a:lnTo>
                  <a:lnTo>
                    <a:pt x="1106550" y="2215400"/>
                  </a:lnTo>
                  <a:lnTo>
                    <a:pt x="1136776" y="2215400"/>
                  </a:lnTo>
                  <a:lnTo>
                    <a:pt x="1136776" y="1691258"/>
                  </a:lnTo>
                  <a:lnTo>
                    <a:pt x="1676158" y="1691258"/>
                  </a:lnTo>
                  <a:lnTo>
                    <a:pt x="1676158" y="1106627"/>
                  </a:lnTo>
                  <a:lnTo>
                    <a:pt x="1136776" y="1106627"/>
                  </a:lnTo>
                  <a:lnTo>
                    <a:pt x="1136776" y="583907"/>
                  </a:lnTo>
                  <a:lnTo>
                    <a:pt x="1676158" y="583907"/>
                  </a:lnTo>
                  <a:lnTo>
                    <a:pt x="1676158" y="553669"/>
                  </a:lnTo>
                  <a:lnTo>
                    <a:pt x="1148333" y="553669"/>
                  </a:lnTo>
                  <a:lnTo>
                    <a:pt x="1660905" y="42481"/>
                  </a:lnTo>
                  <a:lnTo>
                    <a:pt x="1676158" y="42481"/>
                  </a:lnTo>
                  <a:lnTo>
                    <a:pt x="1676158" y="0"/>
                  </a:lnTo>
                  <a:close/>
                </a:path>
                <a:path w="1676400" h="4457700">
                  <a:moveTo>
                    <a:pt x="1676158" y="583907"/>
                  </a:moveTo>
                  <a:lnTo>
                    <a:pt x="1660905" y="583907"/>
                  </a:lnTo>
                  <a:lnTo>
                    <a:pt x="1660905" y="1106627"/>
                  </a:lnTo>
                  <a:lnTo>
                    <a:pt x="1676158" y="1106627"/>
                  </a:lnTo>
                  <a:lnTo>
                    <a:pt x="1676158" y="583907"/>
                  </a:lnTo>
                  <a:close/>
                </a:path>
                <a:path w="1676400" h="4457700">
                  <a:moveTo>
                    <a:pt x="1676158" y="42481"/>
                  </a:moveTo>
                  <a:lnTo>
                    <a:pt x="1660905" y="42481"/>
                  </a:lnTo>
                  <a:lnTo>
                    <a:pt x="1660905" y="553669"/>
                  </a:lnTo>
                  <a:lnTo>
                    <a:pt x="1676158" y="553669"/>
                  </a:lnTo>
                  <a:lnTo>
                    <a:pt x="1676158" y="42481"/>
                  </a:lnTo>
                  <a:close/>
                </a:path>
              </a:pathLst>
            </a:custGeom>
            <a:solidFill>
              <a:srgbClr val="36D636"/>
            </a:solidFill>
          </p:spPr>
          <p:txBody>
            <a:bodyPr wrap="square" lIns="0" tIns="0" rIns="0" bIns="0" rtlCol="0"/>
            <a:lstStyle/>
            <a:p>
              <a:endParaRPr/>
            </a:p>
          </p:txBody>
        </p:sp>
        <p:sp>
          <p:nvSpPr>
            <p:cNvPr id="4" name="object 4"/>
            <p:cNvSpPr/>
            <p:nvPr/>
          </p:nvSpPr>
          <p:spPr>
            <a:xfrm>
              <a:off x="17320259" y="3466744"/>
              <a:ext cx="304165" cy="304165"/>
            </a:xfrm>
            <a:custGeom>
              <a:avLst/>
              <a:gdLst/>
              <a:ahLst/>
              <a:cxnLst/>
              <a:rect l="l" t="t" r="r" b="b"/>
              <a:pathLst>
                <a:path w="304165" h="304164">
                  <a:moveTo>
                    <a:pt x="159893" y="0"/>
                  </a:moveTo>
                  <a:lnTo>
                    <a:pt x="144018" y="0"/>
                  </a:lnTo>
                  <a:lnTo>
                    <a:pt x="136144" y="723"/>
                  </a:lnTo>
                  <a:lnTo>
                    <a:pt x="97282" y="10083"/>
                  </a:lnTo>
                  <a:lnTo>
                    <a:pt x="62611" y="28803"/>
                  </a:lnTo>
                  <a:lnTo>
                    <a:pt x="44704" y="44640"/>
                  </a:lnTo>
                  <a:lnTo>
                    <a:pt x="38862" y="50393"/>
                  </a:lnTo>
                  <a:lnTo>
                    <a:pt x="33909" y="56159"/>
                  </a:lnTo>
                  <a:lnTo>
                    <a:pt x="28829" y="62636"/>
                  </a:lnTo>
                  <a:lnTo>
                    <a:pt x="20193" y="75603"/>
                  </a:lnTo>
                  <a:lnTo>
                    <a:pt x="16637" y="82804"/>
                  </a:lnTo>
                  <a:lnTo>
                    <a:pt x="12954" y="89992"/>
                  </a:lnTo>
                  <a:lnTo>
                    <a:pt x="10160" y="97205"/>
                  </a:lnTo>
                  <a:lnTo>
                    <a:pt x="7239" y="105117"/>
                  </a:lnTo>
                  <a:lnTo>
                    <a:pt x="5080" y="112318"/>
                  </a:lnTo>
                  <a:lnTo>
                    <a:pt x="3683" y="120243"/>
                  </a:lnTo>
                  <a:lnTo>
                    <a:pt x="2159" y="128155"/>
                  </a:lnTo>
                  <a:lnTo>
                    <a:pt x="762" y="136080"/>
                  </a:lnTo>
                  <a:lnTo>
                    <a:pt x="0" y="143992"/>
                  </a:lnTo>
                  <a:lnTo>
                    <a:pt x="0" y="151917"/>
                  </a:lnTo>
                  <a:lnTo>
                    <a:pt x="0" y="159842"/>
                  </a:lnTo>
                  <a:lnTo>
                    <a:pt x="762" y="167754"/>
                  </a:lnTo>
                  <a:lnTo>
                    <a:pt x="2159" y="175679"/>
                  </a:lnTo>
                  <a:lnTo>
                    <a:pt x="5080" y="190804"/>
                  </a:lnTo>
                  <a:lnTo>
                    <a:pt x="8001" y="198716"/>
                  </a:lnTo>
                  <a:lnTo>
                    <a:pt x="10160" y="205917"/>
                  </a:lnTo>
                  <a:lnTo>
                    <a:pt x="13716" y="213118"/>
                  </a:lnTo>
                  <a:lnTo>
                    <a:pt x="16637" y="220319"/>
                  </a:lnTo>
                  <a:lnTo>
                    <a:pt x="20955" y="227520"/>
                  </a:lnTo>
                  <a:lnTo>
                    <a:pt x="44704" y="259194"/>
                  </a:lnTo>
                  <a:lnTo>
                    <a:pt x="56896" y="269278"/>
                  </a:lnTo>
                  <a:lnTo>
                    <a:pt x="62611" y="274320"/>
                  </a:lnTo>
                  <a:lnTo>
                    <a:pt x="97917" y="293039"/>
                  </a:lnTo>
                  <a:lnTo>
                    <a:pt x="105156" y="295910"/>
                  </a:lnTo>
                  <a:lnTo>
                    <a:pt x="113030" y="298069"/>
                  </a:lnTo>
                  <a:lnTo>
                    <a:pt x="120269" y="299516"/>
                  </a:lnTo>
                  <a:lnTo>
                    <a:pt x="136144" y="302399"/>
                  </a:lnTo>
                  <a:lnTo>
                    <a:pt x="144018" y="303110"/>
                  </a:lnTo>
                  <a:lnTo>
                    <a:pt x="151892" y="303110"/>
                  </a:lnTo>
                  <a:lnTo>
                    <a:pt x="151892" y="303834"/>
                  </a:lnTo>
                  <a:lnTo>
                    <a:pt x="159893" y="303834"/>
                  </a:lnTo>
                  <a:lnTo>
                    <a:pt x="167767" y="303110"/>
                  </a:lnTo>
                  <a:lnTo>
                    <a:pt x="183642" y="300240"/>
                  </a:lnTo>
                  <a:lnTo>
                    <a:pt x="190881" y="298792"/>
                  </a:lnTo>
                  <a:lnTo>
                    <a:pt x="198755" y="295910"/>
                  </a:lnTo>
                  <a:lnTo>
                    <a:pt x="205994" y="293763"/>
                  </a:lnTo>
                  <a:lnTo>
                    <a:pt x="213106" y="290156"/>
                  </a:lnTo>
                  <a:lnTo>
                    <a:pt x="220345" y="287274"/>
                  </a:lnTo>
                  <a:lnTo>
                    <a:pt x="227584" y="282956"/>
                  </a:lnTo>
                  <a:lnTo>
                    <a:pt x="234061" y="279361"/>
                  </a:lnTo>
                  <a:lnTo>
                    <a:pt x="241173" y="274320"/>
                  </a:lnTo>
                  <a:lnTo>
                    <a:pt x="247015" y="269989"/>
                  </a:lnTo>
                  <a:lnTo>
                    <a:pt x="253492" y="264236"/>
                  </a:lnTo>
                  <a:lnTo>
                    <a:pt x="259207" y="259194"/>
                  </a:lnTo>
                  <a:lnTo>
                    <a:pt x="264287" y="253441"/>
                  </a:lnTo>
                  <a:lnTo>
                    <a:pt x="269240" y="246951"/>
                  </a:lnTo>
                  <a:lnTo>
                    <a:pt x="274320" y="241198"/>
                  </a:lnTo>
                  <a:lnTo>
                    <a:pt x="293116" y="205917"/>
                  </a:lnTo>
                  <a:lnTo>
                    <a:pt x="295910" y="198716"/>
                  </a:lnTo>
                  <a:lnTo>
                    <a:pt x="298069" y="190804"/>
                  </a:lnTo>
                  <a:lnTo>
                    <a:pt x="299593" y="183603"/>
                  </a:lnTo>
                  <a:lnTo>
                    <a:pt x="302387" y="167754"/>
                  </a:lnTo>
                  <a:lnTo>
                    <a:pt x="303149" y="159842"/>
                  </a:lnTo>
                  <a:lnTo>
                    <a:pt x="303149" y="151917"/>
                  </a:lnTo>
                  <a:lnTo>
                    <a:pt x="303911" y="151917"/>
                  </a:lnTo>
                  <a:lnTo>
                    <a:pt x="303911" y="143992"/>
                  </a:lnTo>
                  <a:lnTo>
                    <a:pt x="303149" y="136080"/>
                  </a:lnTo>
                  <a:lnTo>
                    <a:pt x="301752" y="128155"/>
                  </a:lnTo>
                  <a:lnTo>
                    <a:pt x="300228" y="120243"/>
                  </a:lnTo>
                  <a:lnTo>
                    <a:pt x="298831" y="112318"/>
                  </a:lnTo>
                  <a:lnTo>
                    <a:pt x="283718" y="76314"/>
                  </a:lnTo>
                  <a:lnTo>
                    <a:pt x="253492" y="38874"/>
                  </a:lnTo>
                  <a:lnTo>
                    <a:pt x="221107" y="16560"/>
                  </a:lnTo>
                  <a:lnTo>
                    <a:pt x="167767" y="723"/>
                  </a:lnTo>
                  <a:lnTo>
                    <a:pt x="159893" y="0"/>
                  </a:lnTo>
                  <a:close/>
                </a:path>
              </a:pathLst>
            </a:custGeom>
            <a:solidFill>
              <a:srgbClr val="959595"/>
            </a:solidFill>
          </p:spPr>
          <p:txBody>
            <a:bodyPr wrap="square" lIns="0" tIns="0" rIns="0" bIns="0" rtlCol="0"/>
            <a:lstStyle/>
            <a:p>
              <a:endParaRPr/>
            </a:p>
          </p:txBody>
        </p:sp>
        <p:sp>
          <p:nvSpPr>
            <p:cNvPr id="5" name="object 5"/>
            <p:cNvSpPr/>
            <p:nvPr/>
          </p:nvSpPr>
          <p:spPr>
            <a:xfrm>
              <a:off x="17320219" y="3466722"/>
              <a:ext cx="304165" cy="304165"/>
            </a:xfrm>
            <a:custGeom>
              <a:avLst/>
              <a:gdLst/>
              <a:ahLst/>
              <a:cxnLst/>
              <a:rect l="l" t="t" r="r" b="b"/>
              <a:pathLst>
                <a:path w="304165" h="304164">
                  <a:moveTo>
                    <a:pt x="0" y="151920"/>
                  </a:moveTo>
                  <a:lnTo>
                    <a:pt x="0" y="143995"/>
                  </a:lnTo>
                  <a:lnTo>
                    <a:pt x="761" y="136083"/>
                  </a:lnTo>
                  <a:lnTo>
                    <a:pt x="2158" y="128158"/>
                  </a:lnTo>
                  <a:lnTo>
                    <a:pt x="3682" y="120233"/>
                  </a:lnTo>
                  <a:lnTo>
                    <a:pt x="5079" y="112321"/>
                  </a:lnTo>
                  <a:lnTo>
                    <a:pt x="7238" y="105120"/>
                  </a:lnTo>
                  <a:lnTo>
                    <a:pt x="10159" y="97195"/>
                  </a:lnTo>
                  <a:lnTo>
                    <a:pt x="12953" y="89993"/>
                  </a:lnTo>
                  <a:lnTo>
                    <a:pt x="16636" y="82792"/>
                  </a:lnTo>
                  <a:lnTo>
                    <a:pt x="20192" y="75604"/>
                  </a:lnTo>
                  <a:lnTo>
                    <a:pt x="44703" y="44641"/>
                  </a:lnTo>
                  <a:lnTo>
                    <a:pt x="50418" y="38875"/>
                  </a:lnTo>
                  <a:lnTo>
                    <a:pt x="82802" y="16561"/>
                  </a:lnTo>
                  <a:lnTo>
                    <a:pt x="120266" y="3606"/>
                  </a:lnTo>
                  <a:lnTo>
                    <a:pt x="128267" y="2159"/>
                  </a:lnTo>
                  <a:lnTo>
                    <a:pt x="136141" y="723"/>
                  </a:lnTo>
                  <a:lnTo>
                    <a:pt x="144015" y="0"/>
                  </a:lnTo>
                  <a:lnTo>
                    <a:pt x="152016" y="0"/>
                  </a:lnTo>
                  <a:lnTo>
                    <a:pt x="159890" y="0"/>
                  </a:lnTo>
                  <a:lnTo>
                    <a:pt x="167764" y="723"/>
                  </a:lnTo>
                  <a:lnTo>
                    <a:pt x="175765" y="2159"/>
                  </a:lnTo>
                  <a:lnTo>
                    <a:pt x="183638" y="3606"/>
                  </a:lnTo>
                  <a:lnTo>
                    <a:pt x="191512" y="5042"/>
                  </a:lnTo>
                  <a:lnTo>
                    <a:pt x="198751" y="7201"/>
                  </a:lnTo>
                  <a:lnTo>
                    <a:pt x="206625" y="10084"/>
                  </a:lnTo>
                  <a:lnTo>
                    <a:pt x="213864" y="12954"/>
                  </a:lnTo>
                  <a:lnTo>
                    <a:pt x="221103" y="16561"/>
                  </a:lnTo>
                  <a:lnTo>
                    <a:pt x="228342" y="20155"/>
                  </a:lnTo>
                  <a:lnTo>
                    <a:pt x="259202" y="44641"/>
                  </a:lnTo>
                  <a:lnTo>
                    <a:pt x="265044" y="50394"/>
                  </a:lnTo>
                  <a:lnTo>
                    <a:pt x="287269" y="82792"/>
                  </a:lnTo>
                  <a:lnTo>
                    <a:pt x="300222" y="120233"/>
                  </a:lnTo>
                  <a:lnTo>
                    <a:pt x="301746" y="128158"/>
                  </a:lnTo>
                  <a:lnTo>
                    <a:pt x="303143" y="136083"/>
                  </a:lnTo>
                  <a:lnTo>
                    <a:pt x="303905" y="143995"/>
                  </a:lnTo>
                  <a:lnTo>
                    <a:pt x="303905" y="151920"/>
                  </a:lnTo>
                  <a:lnTo>
                    <a:pt x="303143" y="151920"/>
                  </a:lnTo>
                  <a:lnTo>
                    <a:pt x="303143" y="159832"/>
                  </a:lnTo>
                  <a:lnTo>
                    <a:pt x="295904" y="198720"/>
                  </a:lnTo>
                  <a:lnTo>
                    <a:pt x="293111" y="205921"/>
                  </a:lnTo>
                  <a:lnTo>
                    <a:pt x="290190" y="213834"/>
                  </a:lnTo>
                  <a:lnTo>
                    <a:pt x="269362" y="246956"/>
                  </a:lnTo>
                  <a:lnTo>
                    <a:pt x="264282" y="253433"/>
                  </a:lnTo>
                  <a:lnTo>
                    <a:pt x="259202" y="259199"/>
                  </a:lnTo>
                  <a:lnTo>
                    <a:pt x="253487" y="264228"/>
                  </a:lnTo>
                  <a:lnTo>
                    <a:pt x="247010" y="269994"/>
                  </a:lnTo>
                  <a:lnTo>
                    <a:pt x="241295" y="274312"/>
                  </a:lnTo>
                  <a:lnTo>
                    <a:pt x="234057" y="279354"/>
                  </a:lnTo>
                  <a:lnTo>
                    <a:pt x="227580" y="282961"/>
                  </a:lnTo>
                  <a:lnTo>
                    <a:pt x="220341" y="287279"/>
                  </a:lnTo>
                  <a:lnTo>
                    <a:pt x="213102" y="290149"/>
                  </a:lnTo>
                  <a:lnTo>
                    <a:pt x="205990" y="293756"/>
                  </a:lnTo>
                  <a:lnTo>
                    <a:pt x="198751" y="295915"/>
                  </a:lnTo>
                  <a:lnTo>
                    <a:pt x="159890" y="303840"/>
                  </a:lnTo>
                  <a:lnTo>
                    <a:pt x="152016" y="303840"/>
                  </a:lnTo>
                  <a:lnTo>
                    <a:pt x="152016" y="303116"/>
                  </a:lnTo>
                  <a:lnTo>
                    <a:pt x="144015" y="303116"/>
                  </a:lnTo>
                  <a:lnTo>
                    <a:pt x="136141" y="302393"/>
                  </a:lnTo>
                  <a:lnTo>
                    <a:pt x="128267" y="300957"/>
                  </a:lnTo>
                  <a:lnTo>
                    <a:pt x="120266" y="299522"/>
                  </a:lnTo>
                  <a:lnTo>
                    <a:pt x="113155" y="298074"/>
                  </a:lnTo>
                  <a:lnTo>
                    <a:pt x="105154" y="295915"/>
                  </a:lnTo>
                  <a:lnTo>
                    <a:pt x="97915" y="293032"/>
                  </a:lnTo>
                  <a:lnTo>
                    <a:pt x="90041" y="290149"/>
                  </a:lnTo>
                  <a:lnTo>
                    <a:pt x="56895" y="269270"/>
                  </a:lnTo>
                  <a:lnTo>
                    <a:pt x="50418" y="264228"/>
                  </a:lnTo>
                  <a:lnTo>
                    <a:pt x="44703" y="259199"/>
                  </a:lnTo>
                  <a:lnTo>
                    <a:pt x="39623" y="253433"/>
                  </a:lnTo>
                  <a:lnTo>
                    <a:pt x="33908" y="246956"/>
                  </a:lnTo>
                  <a:lnTo>
                    <a:pt x="29590" y="241190"/>
                  </a:lnTo>
                  <a:lnTo>
                    <a:pt x="24510" y="234002"/>
                  </a:lnTo>
                  <a:lnTo>
                    <a:pt x="20954" y="227525"/>
                  </a:lnTo>
                  <a:lnTo>
                    <a:pt x="16636" y="220311"/>
                  </a:lnTo>
                  <a:lnTo>
                    <a:pt x="13715" y="213122"/>
                  </a:lnTo>
                  <a:lnTo>
                    <a:pt x="10159" y="205921"/>
                  </a:lnTo>
                  <a:lnTo>
                    <a:pt x="8000" y="198720"/>
                  </a:lnTo>
                  <a:lnTo>
                    <a:pt x="0" y="159832"/>
                  </a:lnTo>
                  <a:lnTo>
                    <a:pt x="0" y="151920"/>
                  </a:lnTo>
                  <a:close/>
                </a:path>
              </a:pathLst>
            </a:custGeom>
            <a:ln w="18719">
              <a:solidFill>
                <a:srgbClr val="959595"/>
              </a:solidFill>
            </a:ln>
          </p:spPr>
          <p:txBody>
            <a:bodyPr wrap="square" lIns="0" tIns="0" rIns="0" bIns="0" rtlCol="0"/>
            <a:lstStyle/>
            <a:p>
              <a:endParaRPr/>
            </a:p>
          </p:txBody>
        </p:sp>
      </p:grpSp>
      <p:grpSp>
        <p:nvGrpSpPr>
          <p:cNvPr id="6" name="object 6"/>
          <p:cNvGrpSpPr/>
          <p:nvPr/>
        </p:nvGrpSpPr>
        <p:grpSpPr>
          <a:xfrm>
            <a:off x="-19078" y="8342270"/>
            <a:ext cx="1062355" cy="1963420"/>
            <a:chOff x="-19078" y="8342270"/>
            <a:chExt cx="1062355" cy="1963420"/>
          </a:xfrm>
        </p:grpSpPr>
        <p:sp>
          <p:nvSpPr>
            <p:cNvPr id="7" name="object 7"/>
            <p:cNvSpPr/>
            <p:nvPr/>
          </p:nvSpPr>
          <p:spPr>
            <a:xfrm>
              <a:off x="-14" y="9286510"/>
              <a:ext cx="998219" cy="1000125"/>
            </a:xfrm>
            <a:custGeom>
              <a:avLst/>
              <a:gdLst/>
              <a:ahLst/>
              <a:cxnLst/>
              <a:rect l="l" t="t" r="r" b="b"/>
              <a:pathLst>
                <a:path w="998219" h="1000125">
                  <a:moveTo>
                    <a:pt x="500360" y="0"/>
                  </a:moveTo>
                  <a:lnTo>
                    <a:pt x="497803" y="44261"/>
                  </a:lnTo>
                  <a:lnTo>
                    <a:pt x="490340" y="88163"/>
                  </a:lnTo>
                  <a:lnTo>
                    <a:pt x="478279" y="131405"/>
                  </a:lnTo>
                  <a:lnTo>
                    <a:pt x="461930" y="173688"/>
                  </a:lnTo>
                  <a:lnTo>
                    <a:pt x="441602" y="214712"/>
                  </a:lnTo>
                  <a:lnTo>
                    <a:pt x="417606" y="254178"/>
                  </a:lnTo>
                  <a:lnTo>
                    <a:pt x="390250" y="291784"/>
                  </a:lnTo>
                  <a:lnTo>
                    <a:pt x="359844" y="327232"/>
                  </a:lnTo>
                  <a:lnTo>
                    <a:pt x="326697" y="360221"/>
                  </a:lnTo>
                  <a:lnTo>
                    <a:pt x="291119" y="390453"/>
                  </a:lnTo>
                  <a:lnTo>
                    <a:pt x="253420" y="417626"/>
                  </a:lnTo>
                  <a:lnTo>
                    <a:pt x="213908" y="441441"/>
                  </a:lnTo>
                  <a:lnTo>
                    <a:pt x="172894" y="461599"/>
                  </a:lnTo>
                  <a:lnTo>
                    <a:pt x="130686" y="477799"/>
                  </a:lnTo>
                  <a:lnTo>
                    <a:pt x="87595" y="489742"/>
                  </a:lnTo>
                  <a:lnTo>
                    <a:pt x="43930" y="497127"/>
                  </a:lnTo>
                  <a:lnTo>
                    <a:pt x="0" y="499656"/>
                  </a:lnTo>
                  <a:lnTo>
                    <a:pt x="43930" y="502184"/>
                  </a:lnTo>
                  <a:lnTo>
                    <a:pt x="87595" y="509571"/>
                  </a:lnTo>
                  <a:lnTo>
                    <a:pt x="130686" y="521516"/>
                  </a:lnTo>
                  <a:lnTo>
                    <a:pt x="172894" y="537722"/>
                  </a:lnTo>
                  <a:lnTo>
                    <a:pt x="213908" y="557888"/>
                  </a:lnTo>
                  <a:lnTo>
                    <a:pt x="253420" y="581717"/>
                  </a:lnTo>
                  <a:lnTo>
                    <a:pt x="291119" y="608909"/>
                  </a:lnTo>
                  <a:lnTo>
                    <a:pt x="326697" y="639165"/>
                  </a:lnTo>
                  <a:lnTo>
                    <a:pt x="359844" y="672186"/>
                  </a:lnTo>
                  <a:lnTo>
                    <a:pt x="390250" y="707674"/>
                  </a:lnTo>
                  <a:lnTo>
                    <a:pt x="417606" y="745328"/>
                  </a:lnTo>
                  <a:lnTo>
                    <a:pt x="441602" y="784852"/>
                  </a:lnTo>
                  <a:lnTo>
                    <a:pt x="461930" y="825944"/>
                  </a:lnTo>
                  <a:lnTo>
                    <a:pt x="478279" y="868308"/>
                  </a:lnTo>
                  <a:lnTo>
                    <a:pt x="490340" y="911642"/>
                  </a:lnTo>
                  <a:lnTo>
                    <a:pt x="497803" y="955650"/>
                  </a:lnTo>
                  <a:lnTo>
                    <a:pt x="500360" y="1000031"/>
                  </a:lnTo>
                  <a:lnTo>
                    <a:pt x="502895" y="955650"/>
                  </a:lnTo>
                  <a:lnTo>
                    <a:pt x="510296" y="911642"/>
                  </a:lnTo>
                  <a:lnTo>
                    <a:pt x="522259" y="868308"/>
                  </a:lnTo>
                  <a:lnTo>
                    <a:pt x="538479" y="825944"/>
                  </a:lnTo>
                  <a:lnTo>
                    <a:pt x="558649" y="784852"/>
                  </a:lnTo>
                  <a:lnTo>
                    <a:pt x="582466" y="745328"/>
                  </a:lnTo>
                  <a:lnTo>
                    <a:pt x="609623" y="707674"/>
                  </a:lnTo>
                  <a:lnTo>
                    <a:pt x="639817" y="672186"/>
                  </a:lnTo>
                  <a:lnTo>
                    <a:pt x="672742" y="639165"/>
                  </a:lnTo>
                  <a:lnTo>
                    <a:pt x="708092" y="608909"/>
                  </a:lnTo>
                  <a:lnTo>
                    <a:pt x="745563" y="581717"/>
                  </a:lnTo>
                  <a:lnTo>
                    <a:pt x="784850" y="557888"/>
                  </a:lnTo>
                  <a:lnTo>
                    <a:pt x="825648" y="537722"/>
                  </a:lnTo>
                  <a:lnTo>
                    <a:pt x="867651" y="521516"/>
                  </a:lnTo>
                  <a:lnTo>
                    <a:pt x="910554" y="509571"/>
                  </a:lnTo>
                  <a:lnTo>
                    <a:pt x="954053" y="502184"/>
                  </a:lnTo>
                  <a:lnTo>
                    <a:pt x="997842" y="499656"/>
                  </a:lnTo>
                  <a:lnTo>
                    <a:pt x="954053" y="497127"/>
                  </a:lnTo>
                  <a:lnTo>
                    <a:pt x="910554" y="489742"/>
                  </a:lnTo>
                  <a:lnTo>
                    <a:pt x="867651" y="477799"/>
                  </a:lnTo>
                  <a:lnTo>
                    <a:pt x="825648" y="461599"/>
                  </a:lnTo>
                  <a:lnTo>
                    <a:pt x="784850" y="441441"/>
                  </a:lnTo>
                  <a:lnTo>
                    <a:pt x="745563" y="417626"/>
                  </a:lnTo>
                  <a:lnTo>
                    <a:pt x="708092" y="390453"/>
                  </a:lnTo>
                  <a:lnTo>
                    <a:pt x="672742" y="360221"/>
                  </a:lnTo>
                  <a:lnTo>
                    <a:pt x="639817" y="327232"/>
                  </a:lnTo>
                  <a:lnTo>
                    <a:pt x="609623" y="291784"/>
                  </a:lnTo>
                  <a:lnTo>
                    <a:pt x="582466" y="254178"/>
                  </a:lnTo>
                  <a:lnTo>
                    <a:pt x="558649" y="214712"/>
                  </a:lnTo>
                  <a:lnTo>
                    <a:pt x="538479" y="173688"/>
                  </a:lnTo>
                  <a:lnTo>
                    <a:pt x="522259" y="131405"/>
                  </a:lnTo>
                  <a:lnTo>
                    <a:pt x="510296" y="88163"/>
                  </a:lnTo>
                  <a:lnTo>
                    <a:pt x="502895" y="44261"/>
                  </a:lnTo>
                  <a:lnTo>
                    <a:pt x="500360" y="0"/>
                  </a:lnTo>
                  <a:close/>
                </a:path>
              </a:pathLst>
            </a:custGeom>
            <a:solidFill>
              <a:srgbClr val="36D636"/>
            </a:solidFill>
          </p:spPr>
          <p:txBody>
            <a:bodyPr wrap="square" lIns="0" tIns="0" rIns="0" bIns="0" rtlCol="0"/>
            <a:lstStyle/>
            <a:p>
              <a:endParaRPr/>
            </a:p>
          </p:txBody>
        </p:sp>
        <p:sp>
          <p:nvSpPr>
            <p:cNvPr id="8" name="object 8"/>
            <p:cNvSpPr/>
            <p:nvPr/>
          </p:nvSpPr>
          <p:spPr>
            <a:xfrm>
              <a:off x="-14" y="9286505"/>
              <a:ext cx="998219" cy="1000125"/>
            </a:xfrm>
            <a:custGeom>
              <a:avLst/>
              <a:gdLst/>
              <a:ahLst/>
              <a:cxnLst/>
              <a:rect l="l" t="t" r="r" b="b"/>
              <a:pathLst>
                <a:path w="998219" h="1000125">
                  <a:moveTo>
                    <a:pt x="500360" y="0"/>
                  </a:moveTo>
                  <a:lnTo>
                    <a:pt x="502895" y="44261"/>
                  </a:lnTo>
                  <a:lnTo>
                    <a:pt x="510297" y="88163"/>
                  </a:lnTo>
                  <a:lnTo>
                    <a:pt x="522259" y="131406"/>
                  </a:lnTo>
                  <a:lnTo>
                    <a:pt x="538479" y="173689"/>
                  </a:lnTo>
                  <a:lnTo>
                    <a:pt x="558649" y="214713"/>
                  </a:lnTo>
                  <a:lnTo>
                    <a:pt x="582466" y="254179"/>
                  </a:lnTo>
                  <a:lnTo>
                    <a:pt x="609623" y="291785"/>
                  </a:lnTo>
                  <a:lnTo>
                    <a:pt x="639817" y="327233"/>
                  </a:lnTo>
                  <a:lnTo>
                    <a:pt x="672742" y="360223"/>
                  </a:lnTo>
                  <a:lnTo>
                    <a:pt x="708092" y="390455"/>
                  </a:lnTo>
                  <a:lnTo>
                    <a:pt x="745563" y="417628"/>
                  </a:lnTo>
                  <a:lnTo>
                    <a:pt x="784850" y="441443"/>
                  </a:lnTo>
                  <a:lnTo>
                    <a:pt x="825648" y="461601"/>
                  </a:lnTo>
                  <a:lnTo>
                    <a:pt x="867651" y="477801"/>
                  </a:lnTo>
                  <a:lnTo>
                    <a:pt x="910554" y="489744"/>
                  </a:lnTo>
                  <a:lnTo>
                    <a:pt x="954053" y="497129"/>
                  </a:lnTo>
                  <a:lnTo>
                    <a:pt x="997842" y="499658"/>
                  </a:lnTo>
                  <a:lnTo>
                    <a:pt x="954053" y="502187"/>
                  </a:lnTo>
                  <a:lnTo>
                    <a:pt x="910554" y="509573"/>
                  </a:lnTo>
                  <a:lnTo>
                    <a:pt x="867651" y="521519"/>
                  </a:lnTo>
                  <a:lnTo>
                    <a:pt x="825648" y="537724"/>
                  </a:lnTo>
                  <a:lnTo>
                    <a:pt x="784850" y="557891"/>
                  </a:lnTo>
                  <a:lnTo>
                    <a:pt x="745563" y="581720"/>
                  </a:lnTo>
                  <a:lnTo>
                    <a:pt x="708092" y="608912"/>
                  </a:lnTo>
                  <a:lnTo>
                    <a:pt x="672742" y="639168"/>
                  </a:lnTo>
                  <a:lnTo>
                    <a:pt x="639817" y="672189"/>
                  </a:lnTo>
                  <a:lnTo>
                    <a:pt x="609623" y="707677"/>
                  </a:lnTo>
                  <a:lnTo>
                    <a:pt x="582466" y="745332"/>
                  </a:lnTo>
                  <a:lnTo>
                    <a:pt x="558649" y="784855"/>
                  </a:lnTo>
                  <a:lnTo>
                    <a:pt x="538479" y="825948"/>
                  </a:lnTo>
                  <a:lnTo>
                    <a:pt x="522259" y="868312"/>
                  </a:lnTo>
                  <a:lnTo>
                    <a:pt x="510297" y="911647"/>
                  </a:lnTo>
                  <a:lnTo>
                    <a:pt x="502895" y="955654"/>
                  </a:lnTo>
                  <a:lnTo>
                    <a:pt x="500360" y="1000036"/>
                  </a:lnTo>
                  <a:lnTo>
                    <a:pt x="497804" y="955654"/>
                  </a:lnTo>
                  <a:lnTo>
                    <a:pt x="490340" y="911647"/>
                  </a:lnTo>
                  <a:lnTo>
                    <a:pt x="478279" y="868312"/>
                  </a:lnTo>
                  <a:lnTo>
                    <a:pt x="461930" y="825948"/>
                  </a:lnTo>
                  <a:lnTo>
                    <a:pt x="441603" y="784855"/>
                  </a:lnTo>
                  <a:lnTo>
                    <a:pt x="417606" y="745332"/>
                  </a:lnTo>
                  <a:lnTo>
                    <a:pt x="390250" y="707677"/>
                  </a:lnTo>
                  <a:lnTo>
                    <a:pt x="359844" y="672189"/>
                  </a:lnTo>
                  <a:lnTo>
                    <a:pt x="326697" y="639168"/>
                  </a:lnTo>
                  <a:lnTo>
                    <a:pt x="291119" y="608912"/>
                  </a:lnTo>
                  <a:lnTo>
                    <a:pt x="253420" y="581720"/>
                  </a:lnTo>
                  <a:lnTo>
                    <a:pt x="213908" y="557891"/>
                  </a:lnTo>
                  <a:lnTo>
                    <a:pt x="172894" y="537724"/>
                  </a:lnTo>
                  <a:lnTo>
                    <a:pt x="130687" y="521519"/>
                  </a:lnTo>
                  <a:lnTo>
                    <a:pt x="87595" y="509573"/>
                  </a:lnTo>
                  <a:lnTo>
                    <a:pt x="43930" y="502187"/>
                  </a:lnTo>
                  <a:lnTo>
                    <a:pt x="0" y="499658"/>
                  </a:lnTo>
                  <a:lnTo>
                    <a:pt x="43930" y="497129"/>
                  </a:lnTo>
                  <a:lnTo>
                    <a:pt x="87595" y="489744"/>
                  </a:lnTo>
                  <a:lnTo>
                    <a:pt x="130687" y="477801"/>
                  </a:lnTo>
                  <a:lnTo>
                    <a:pt x="172894" y="461601"/>
                  </a:lnTo>
                  <a:lnTo>
                    <a:pt x="213908" y="441443"/>
                  </a:lnTo>
                  <a:lnTo>
                    <a:pt x="253420" y="417628"/>
                  </a:lnTo>
                  <a:lnTo>
                    <a:pt x="291119" y="390455"/>
                  </a:lnTo>
                  <a:lnTo>
                    <a:pt x="326697" y="360223"/>
                  </a:lnTo>
                  <a:lnTo>
                    <a:pt x="359844" y="327233"/>
                  </a:lnTo>
                  <a:lnTo>
                    <a:pt x="390250" y="291785"/>
                  </a:lnTo>
                  <a:lnTo>
                    <a:pt x="417606" y="254179"/>
                  </a:lnTo>
                  <a:lnTo>
                    <a:pt x="441603" y="214713"/>
                  </a:lnTo>
                  <a:lnTo>
                    <a:pt x="461930" y="173689"/>
                  </a:lnTo>
                  <a:lnTo>
                    <a:pt x="478279" y="131406"/>
                  </a:lnTo>
                  <a:lnTo>
                    <a:pt x="490340" y="88163"/>
                  </a:lnTo>
                  <a:lnTo>
                    <a:pt x="497804" y="44261"/>
                  </a:lnTo>
                  <a:lnTo>
                    <a:pt x="500360" y="0"/>
                  </a:lnTo>
                  <a:close/>
                </a:path>
              </a:pathLst>
            </a:custGeom>
            <a:ln w="18718">
              <a:solidFill>
                <a:srgbClr val="36D636"/>
              </a:solidFill>
            </a:ln>
          </p:spPr>
          <p:txBody>
            <a:bodyPr wrap="square" lIns="0" tIns="0" rIns="0" bIns="0" rtlCol="0"/>
            <a:lstStyle/>
            <a:p>
              <a:endParaRPr/>
            </a:p>
          </p:txBody>
        </p:sp>
        <p:sp>
          <p:nvSpPr>
            <p:cNvPr id="9" name="object 9"/>
            <p:cNvSpPr/>
            <p:nvPr/>
          </p:nvSpPr>
          <p:spPr>
            <a:xfrm>
              <a:off x="-14" y="8360638"/>
              <a:ext cx="998219" cy="1000125"/>
            </a:xfrm>
            <a:custGeom>
              <a:avLst/>
              <a:gdLst/>
              <a:ahLst/>
              <a:cxnLst/>
              <a:rect l="l" t="t" r="r" b="b"/>
              <a:pathLst>
                <a:path w="998219" h="1000125">
                  <a:moveTo>
                    <a:pt x="500360" y="0"/>
                  </a:moveTo>
                  <a:lnTo>
                    <a:pt x="497803" y="44261"/>
                  </a:lnTo>
                  <a:lnTo>
                    <a:pt x="490340" y="88163"/>
                  </a:lnTo>
                  <a:lnTo>
                    <a:pt x="478279" y="131406"/>
                  </a:lnTo>
                  <a:lnTo>
                    <a:pt x="461930" y="173689"/>
                  </a:lnTo>
                  <a:lnTo>
                    <a:pt x="441602" y="214713"/>
                  </a:lnTo>
                  <a:lnTo>
                    <a:pt x="417606" y="254179"/>
                  </a:lnTo>
                  <a:lnTo>
                    <a:pt x="390250" y="291785"/>
                  </a:lnTo>
                  <a:lnTo>
                    <a:pt x="359844" y="327233"/>
                  </a:lnTo>
                  <a:lnTo>
                    <a:pt x="326697" y="360222"/>
                  </a:lnTo>
                  <a:lnTo>
                    <a:pt x="291119" y="390453"/>
                  </a:lnTo>
                  <a:lnTo>
                    <a:pt x="253420" y="417627"/>
                  </a:lnTo>
                  <a:lnTo>
                    <a:pt x="213908" y="441442"/>
                  </a:lnTo>
                  <a:lnTo>
                    <a:pt x="172894" y="461599"/>
                  </a:lnTo>
                  <a:lnTo>
                    <a:pt x="130686" y="477799"/>
                  </a:lnTo>
                  <a:lnTo>
                    <a:pt x="87595" y="489742"/>
                  </a:lnTo>
                  <a:lnTo>
                    <a:pt x="43930" y="497127"/>
                  </a:lnTo>
                  <a:lnTo>
                    <a:pt x="0" y="499656"/>
                  </a:lnTo>
                  <a:lnTo>
                    <a:pt x="43930" y="502184"/>
                  </a:lnTo>
                  <a:lnTo>
                    <a:pt x="87595" y="509571"/>
                  </a:lnTo>
                  <a:lnTo>
                    <a:pt x="130686" y="521516"/>
                  </a:lnTo>
                  <a:lnTo>
                    <a:pt x="172894" y="537721"/>
                  </a:lnTo>
                  <a:lnTo>
                    <a:pt x="213908" y="557888"/>
                  </a:lnTo>
                  <a:lnTo>
                    <a:pt x="253420" y="581716"/>
                  </a:lnTo>
                  <a:lnTo>
                    <a:pt x="291119" y="608908"/>
                  </a:lnTo>
                  <a:lnTo>
                    <a:pt x="326697" y="639164"/>
                  </a:lnTo>
                  <a:lnTo>
                    <a:pt x="359844" y="672185"/>
                  </a:lnTo>
                  <a:lnTo>
                    <a:pt x="390250" y="707672"/>
                  </a:lnTo>
                  <a:lnTo>
                    <a:pt x="417606" y="745327"/>
                  </a:lnTo>
                  <a:lnTo>
                    <a:pt x="441602" y="784850"/>
                  </a:lnTo>
                  <a:lnTo>
                    <a:pt x="461930" y="825942"/>
                  </a:lnTo>
                  <a:lnTo>
                    <a:pt x="478279" y="868305"/>
                  </a:lnTo>
                  <a:lnTo>
                    <a:pt x="490340" y="911640"/>
                  </a:lnTo>
                  <a:lnTo>
                    <a:pt x="497803" y="955647"/>
                  </a:lnTo>
                  <a:lnTo>
                    <a:pt x="500360" y="1000028"/>
                  </a:lnTo>
                  <a:lnTo>
                    <a:pt x="502895" y="955647"/>
                  </a:lnTo>
                  <a:lnTo>
                    <a:pt x="510296" y="911640"/>
                  </a:lnTo>
                  <a:lnTo>
                    <a:pt x="522259" y="868305"/>
                  </a:lnTo>
                  <a:lnTo>
                    <a:pt x="538479" y="825942"/>
                  </a:lnTo>
                  <a:lnTo>
                    <a:pt x="558649" y="784850"/>
                  </a:lnTo>
                  <a:lnTo>
                    <a:pt x="582466" y="745327"/>
                  </a:lnTo>
                  <a:lnTo>
                    <a:pt x="609623" y="707672"/>
                  </a:lnTo>
                  <a:lnTo>
                    <a:pt x="639817" y="672185"/>
                  </a:lnTo>
                  <a:lnTo>
                    <a:pt x="672742" y="639164"/>
                  </a:lnTo>
                  <a:lnTo>
                    <a:pt x="708092" y="608908"/>
                  </a:lnTo>
                  <a:lnTo>
                    <a:pt x="745563" y="581716"/>
                  </a:lnTo>
                  <a:lnTo>
                    <a:pt x="784850" y="557888"/>
                  </a:lnTo>
                  <a:lnTo>
                    <a:pt x="825648" y="537721"/>
                  </a:lnTo>
                  <a:lnTo>
                    <a:pt x="867651" y="521516"/>
                  </a:lnTo>
                  <a:lnTo>
                    <a:pt x="910554" y="509571"/>
                  </a:lnTo>
                  <a:lnTo>
                    <a:pt x="954053" y="502184"/>
                  </a:lnTo>
                  <a:lnTo>
                    <a:pt x="997842" y="499656"/>
                  </a:lnTo>
                  <a:lnTo>
                    <a:pt x="954053" y="497127"/>
                  </a:lnTo>
                  <a:lnTo>
                    <a:pt x="910554" y="489742"/>
                  </a:lnTo>
                  <a:lnTo>
                    <a:pt x="867651" y="477799"/>
                  </a:lnTo>
                  <a:lnTo>
                    <a:pt x="825648" y="461599"/>
                  </a:lnTo>
                  <a:lnTo>
                    <a:pt x="784850" y="441442"/>
                  </a:lnTo>
                  <a:lnTo>
                    <a:pt x="745563" y="417627"/>
                  </a:lnTo>
                  <a:lnTo>
                    <a:pt x="708092" y="390453"/>
                  </a:lnTo>
                  <a:lnTo>
                    <a:pt x="672742" y="360222"/>
                  </a:lnTo>
                  <a:lnTo>
                    <a:pt x="639817" y="327233"/>
                  </a:lnTo>
                  <a:lnTo>
                    <a:pt x="609623" y="291785"/>
                  </a:lnTo>
                  <a:lnTo>
                    <a:pt x="582466" y="254179"/>
                  </a:lnTo>
                  <a:lnTo>
                    <a:pt x="558649" y="214713"/>
                  </a:lnTo>
                  <a:lnTo>
                    <a:pt x="538479" y="173689"/>
                  </a:lnTo>
                  <a:lnTo>
                    <a:pt x="522259" y="131406"/>
                  </a:lnTo>
                  <a:lnTo>
                    <a:pt x="510296" y="88163"/>
                  </a:lnTo>
                  <a:lnTo>
                    <a:pt x="502895" y="44261"/>
                  </a:lnTo>
                  <a:lnTo>
                    <a:pt x="500360" y="0"/>
                  </a:lnTo>
                  <a:close/>
                </a:path>
              </a:pathLst>
            </a:custGeom>
            <a:solidFill>
              <a:srgbClr val="36D636"/>
            </a:solidFill>
          </p:spPr>
          <p:txBody>
            <a:bodyPr wrap="square" lIns="0" tIns="0" rIns="0" bIns="0" rtlCol="0"/>
            <a:lstStyle/>
            <a:p>
              <a:endParaRPr/>
            </a:p>
          </p:txBody>
        </p:sp>
        <p:sp>
          <p:nvSpPr>
            <p:cNvPr id="10" name="object 10"/>
            <p:cNvSpPr/>
            <p:nvPr/>
          </p:nvSpPr>
          <p:spPr>
            <a:xfrm>
              <a:off x="-14" y="8360638"/>
              <a:ext cx="998219" cy="1000125"/>
            </a:xfrm>
            <a:custGeom>
              <a:avLst/>
              <a:gdLst/>
              <a:ahLst/>
              <a:cxnLst/>
              <a:rect l="l" t="t" r="r" b="b"/>
              <a:pathLst>
                <a:path w="998219" h="1000125">
                  <a:moveTo>
                    <a:pt x="500360" y="0"/>
                  </a:moveTo>
                  <a:lnTo>
                    <a:pt x="502895" y="44260"/>
                  </a:lnTo>
                  <a:lnTo>
                    <a:pt x="510297" y="88161"/>
                  </a:lnTo>
                  <a:lnTo>
                    <a:pt x="522259" y="131402"/>
                  </a:lnTo>
                  <a:lnTo>
                    <a:pt x="538479" y="173684"/>
                  </a:lnTo>
                  <a:lnTo>
                    <a:pt x="558649" y="214707"/>
                  </a:lnTo>
                  <a:lnTo>
                    <a:pt x="582466" y="254171"/>
                  </a:lnTo>
                  <a:lnTo>
                    <a:pt x="609623" y="291776"/>
                  </a:lnTo>
                  <a:lnTo>
                    <a:pt x="639817" y="327223"/>
                  </a:lnTo>
                  <a:lnTo>
                    <a:pt x="672742" y="360211"/>
                  </a:lnTo>
                  <a:lnTo>
                    <a:pt x="708092" y="390441"/>
                  </a:lnTo>
                  <a:lnTo>
                    <a:pt x="745563" y="417614"/>
                  </a:lnTo>
                  <a:lnTo>
                    <a:pt x="784850" y="441428"/>
                  </a:lnTo>
                  <a:lnTo>
                    <a:pt x="825648" y="461585"/>
                  </a:lnTo>
                  <a:lnTo>
                    <a:pt x="867651" y="477784"/>
                  </a:lnTo>
                  <a:lnTo>
                    <a:pt x="910554" y="489727"/>
                  </a:lnTo>
                  <a:lnTo>
                    <a:pt x="954053" y="497112"/>
                  </a:lnTo>
                  <a:lnTo>
                    <a:pt x="997842" y="499640"/>
                  </a:lnTo>
                  <a:lnTo>
                    <a:pt x="954053" y="502169"/>
                  </a:lnTo>
                  <a:lnTo>
                    <a:pt x="910554" y="509556"/>
                  </a:lnTo>
                  <a:lnTo>
                    <a:pt x="867651" y="521501"/>
                  </a:lnTo>
                  <a:lnTo>
                    <a:pt x="825648" y="537707"/>
                  </a:lnTo>
                  <a:lnTo>
                    <a:pt x="784850" y="557874"/>
                  </a:lnTo>
                  <a:lnTo>
                    <a:pt x="745563" y="581704"/>
                  </a:lnTo>
                  <a:lnTo>
                    <a:pt x="708092" y="608896"/>
                  </a:lnTo>
                  <a:lnTo>
                    <a:pt x="672742" y="639153"/>
                  </a:lnTo>
                  <a:lnTo>
                    <a:pt x="639817" y="672175"/>
                  </a:lnTo>
                  <a:lnTo>
                    <a:pt x="609623" y="707663"/>
                  </a:lnTo>
                  <a:lnTo>
                    <a:pt x="582466" y="745319"/>
                  </a:lnTo>
                  <a:lnTo>
                    <a:pt x="558649" y="784843"/>
                  </a:lnTo>
                  <a:lnTo>
                    <a:pt x="538479" y="825936"/>
                  </a:lnTo>
                  <a:lnTo>
                    <a:pt x="522259" y="868300"/>
                  </a:lnTo>
                  <a:lnTo>
                    <a:pt x="510297" y="911635"/>
                  </a:lnTo>
                  <a:lnTo>
                    <a:pt x="502895" y="955643"/>
                  </a:lnTo>
                  <a:lnTo>
                    <a:pt x="500360" y="1000024"/>
                  </a:lnTo>
                  <a:lnTo>
                    <a:pt x="497804" y="955643"/>
                  </a:lnTo>
                  <a:lnTo>
                    <a:pt x="490340" y="911635"/>
                  </a:lnTo>
                  <a:lnTo>
                    <a:pt x="478279" y="868300"/>
                  </a:lnTo>
                  <a:lnTo>
                    <a:pt x="461930" y="825936"/>
                  </a:lnTo>
                  <a:lnTo>
                    <a:pt x="441603" y="784843"/>
                  </a:lnTo>
                  <a:lnTo>
                    <a:pt x="417606" y="745319"/>
                  </a:lnTo>
                  <a:lnTo>
                    <a:pt x="390250" y="707663"/>
                  </a:lnTo>
                  <a:lnTo>
                    <a:pt x="359844" y="672175"/>
                  </a:lnTo>
                  <a:lnTo>
                    <a:pt x="326697" y="639153"/>
                  </a:lnTo>
                  <a:lnTo>
                    <a:pt x="291119" y="608896"/>
                  </a:lnTo>
                  <a:lnTo>
                    <a:pt x="253420" y="581704"/>
                  </a:lnTo>
                  <a:lnTo>
                    <a:pt x="213908" y="557874"/>
                  </a:lnTo>
                  <a:lnTo>
                    <a:pt x="172894" y="537707"/>
                  </a:lnTo>
                  <a:lnTo>
                    <a:pt x="130687" y="521501"/>
                  </a:lnTo>
                  <a:lnTo>
                    <a:pt x="87595" y="509556"/>
                  </a:lnTo>
                  <a:lnTo>
                    <a:pt x="43930" y="502169"/>
                  </a:lnTo>
                  <a:lnTo>
                    <a:pt x="0" y="499640"/>
                  </a:lnTo>
                  <a:lnTo>
                    <a:pt x="43930" y="497112"/>
                  </a:lnTo>
                  <a:lnTo>
                    <a:pt x="87595" y="489727"/>
                  </a:lnTo>
                  <a:lnTo>
                    <a:pt x="130687" y="477784"/>
                  </a:lnTo>
                  <a:lnTo>
                    <a:pt x="172894" y="461585"/>
                  </a:lnTo>
                  <a:lnTo>
                    <a:pt x="213908" y="441428"/>
                  </a:lnTo>
                  <a:lnTo>
                    <a:pt x="253420" y="417614"/>
                  </a:lnTo>
                  <a:lnTo>
                    <a:pt x="291119" y="390441"/>
                  </a:lnTo>
                  <a:lnTo>
                    <a:pt x="326697" y="360211"/>
                  </a:lnTo>
                  <a:lnTo>
                    <a:pt x="359844" y="327223"/>
                  </a:lnTo>
                  <a:lnTo>
                    <a:pt x="390250" y="291776"/>
                  </a:lnTo>
                  <a:lnTo>
                    <a:pt x="417606" y="254171"/>
                  </a:lnTo>
                  <a:lnTo>
                    <a:pt x="441603" y="214707"/>
                  </a:lnTo>
                  <a:lnTo>
                    <a:pt x="461930" y="173684"/>
                  </a:lnTo>
                  <a:lnTo>
                    <a:pt x="478279" y="131402"/>
                  </a:lnTo>
                  <a:lnTo>
                    <a:pt x="490340" y="88161"/>
                  </a:lnTo>
                  <a:lnTo>
                    <a:pt x="497804" y="44260"/>
                  </a:lnTo>
                  <a:lnTo>
                    <a:pt x="500360" y="0"/>
                  </a:lnTo>
                  <a:close/>
                </a:path>
              </a:pathLst>
            </a:custGeom>
            <a:ln w="18718">
              <a:solidFill>
                <a:srgbClr val="36D636"/>
              </a:solidFill>
            </a:ln>
          </p:spPr>
          <p:txBody>
            <a:bodyPr wrap="square" lIns="0" tIns="0" rIns="0" bIns="0" rtlCol="0"/>
            <a:lstStyle/>
            <a:p>
              <a:endParaRPr/>
            </a:p>
          </p:txBody>
        </p:sp>
        <p:sp>
          <p:nvSpPr>
            <p:cNvPr id="11" name="object 11"/>
            <p:cNvSpPr/>
            <p:nvPr/>
          </p:nvSpPr>
          <p:spPr>
            <a:xfrm>
              <a:off x="0" y="8361349"/>
              <a:ext cx="1024255" cy="1925320"/>
            </a:xfrm>
            <a:custGeom>
              <a:avLst/>
              <a:gdLst/>
              <a:ahLst/>
              <a:cxnLst/>
              <a:rect l="l" t="t" r="r" b="b"/>
              <a:pathLst>
                <a:path w="1024255" h="1925320">
                  <a:moveTo>
                    <a:pt x="0" y="0"/>
                  </a:moveTo>
                  <a:lnTo>
                    <a:pt x="1023744" y="0"/>
                  </a:lnTo>
                  <a:lnTo>
                    <a:pt x="1023744" y="1925192"/>
                  </a:lnTo>
                  <a:lnTo>
                    <a:pt x="0" y="1925192"/>
                  </a:lnTo>
                </a:path>
              </a:pathLst>
            </a:custGeom>
            <a:ln w="38157">
              <a:solidFill>
                <a:srgbClr val="959595"/>
              </a:solidFill>
            </a:ln>
          </p:spPr>
          <p:txBody>
            <a:bodyPr wrap="square" lIns="0" tIns="0" rIns="0" bIns="0" rtlCol="0"/>
            <a:lstStyle/>
            <a:p>
              <a:endParaRPr/>
            </a:p>
          </p:txBody>
        </p:sp>
      </p:grpSp>
      <p:grpSp>
        <p:nvGrpSpPr>
          <p:cNvPr id="12" name="object 12"/>
          <p:cNvGrpSpPr/>
          <p:nvPr/>
        </p:nvGrpSpPr>
        <p:grpSpPr>
          <a:xfrm>
            <a:off x="270002" y="7424637"/>
            <a:ext cx="459740" cy="459740"/>
            <a:chOff x="270002" y="7424637"/>
            <a:chExt cx="459740" cy="459740"/>
          </a:xfrm>
        </p:grpSpPr>
        <p:sp>
          <p:nvSpPr>
            <p:cNvPr id="13" name="object 13"/>
            <p:cNvSpPr/>
            <p:nvPr/>
          </p:nvSpPr>
          <p:spPr>
            <a:xfrm>
              <a:off x="279360" y="7433995"/>
              <a:ext cx="440690" cy="440690"/>
            </a:xfrm>
            <a:custGeom>
              <a:avLst/>
              <a:gdLst/>
              <a:ahLst/>
              <a:cxnLst/>
              <a:rect l="l" t="t" r="r" b="b"/>
              <a:pathLst>
                <a:path w="440690" h="440690">
                  <a:moveTo>
                    <a:pt x="220280" y="0"/>
                  </a:moveTo>
                  <a:lnTo>
                    <a:pt x="208761" y="0"/>
                  </a:lnTo>
                  <a:lnTo>
                    <a:pt x="185727" y="2882"/>
                  </a:lnTo>
                  <a:lnTo>
                    <a:pt x="131018" y="19443"/>
                  </a:lnTo>
                  <a:lnTo>
                    <a:pt x="91424" y="42481"/>
                  </a:lnTo>
                  <a:lnTo>
                    <a:pt x="56866" y="73431"/>
                  </a:lnTo>
                  <a:lnTo>
                    <a:pt x="30231" y="110147"/>
                  </a:lnTo>
                  <a:lnTo>
                    <a:pt x="7917" y="163410"/>
                  </a:lnTo>
                  <a:lnTo>
                    <a:pt x="5759" y="174929"/>
                  </a:lnTo>
                  <a:lnTo>
                    <a:pt x="3596" y="185737"/>
                  </a:lnTo>
                  <a:lnTo>
                    <a:pt x="718" y="208762"/>
                  </a:lnTo>
                  <a:lnTo>
                    <a:pt x="718" y="220281"/>
                  </a:lnTo>
                  <a:lnTo>
                    <a:pt x="0" y="220281"/>
                  </a:lnTo>
                  <a:lnTo>
                    <a:pt x="0" y="231800"/>
                  </a:lnTo>
                  <a:lnTo>
                    <a:pt x="2876" y="254838"/>
                  </a:lnTo>
                  <a:lnTo>
                    <a:pt x="14396" y="299478"/>
                  </a:lnTo>
                  <a:lnTo>
                    <a:pt x="35271" y="340499"/>
                  </a:lnTo>
                  <a:lnTo>
                    <a:pt x="72707" y="383705"/>
                  </a:lnTo>
                  <a:lnTo>
                    <a:pt x="120218" y="416814"/>
                  </a:lnTo>
                  <a:lnTo>
                    <a:pt x="163413" y="433374"/>
                  </a:lnTo>
                  <a:lnTo>
                    <a:pt x="208761" y="440575"/>
                  </a:lnTo>
                  <a:lnTo>
                    <a:pt x="231799" y="440575"/>
                  </a:lnTo>
                  <a:lnTo>
                    <a:pt x="277152" y="433374"/>
                  </a:lnTo>
                  <a:lnTo>
                    <a:pt x="320342" y="416814"/>
                  </a:lnTo>
                  <a:lnTo>
                    <a:pt x="359215" y="391617"/>
                  </a:lnTo>
                  <a:lnTo>
                    <a:pt x="391610" y="359219"/>
                  </a:lnTo>
                  <a:lnTo>
                    <a:pt x="416807" y="320344"/>
                  </a:lnTo>
                  <a:lnTo>
                    <a:pt x="433367" y="277164"/>
                  </a:lnTo>
                  <a:lnTo>
                    <a:pt x="440565" y="231800"/>
                  </a:lnTo>
                  <a:lnTo>
                    <a:pt x="440565" y="220281"/>
                  </a:lnTo>
                  <a:lnTo>
                    <a:pt x="440565" y="208762"/>
                  </a:lnTo>
                  <a:lnTo>
                    <a:pt x="432648" y="163410"/>
                  </a:lnTo>
                  <a:lnTo>
                    <a:pt x="416088" y="120230"/>
                  </a:lnTo>
                  <a:lnTo>
                    <a:pt x="390892" y="82067"/>
                  </a:lnTo>
                  <a:lnTo>
                    <a:pt x="349859" y="42481"/>
                  </a:lnTo>
                  <a:lnTo>
                    <a:pt x="309547" y="19443"/>
                  </a:lnTo>
                  <a:lnTo>
                    <a:pt x="265633" y="5765"/>
                  </a:lnTo>
                  <a:lnTo>
                    <a:pt x="254833" y="3606"/>
                  </a:lnTo>
                  <a:lnTo>
                    <a:pt x="231799" y="723"/>
                  </a:lnTo>
                  <a:lnTo>
                    <a:pt x="220280" y="723"/>
                  </a:lnTo>
                  <a:lnTo>
                    <a:pt x="220280" y="0"/>
                  </a:lnTo>
                  <a:close/>
                </a:path>
              </a:pathLst>
            </a:custGeom>
            <a:solidFill>
              <a:srgbClr val="959595"/>
            </a:solidFill>
          </p:spPr>
          <p:txBody>
            <a:bodyPr wrap="square" lIns="0" tIns="0" rIns="0" bIns="0" rtlCol="0"/>
            <a:lstStyle/>
            <a:p>
              <a:endParaRPr/>
            </a:p>
          </p:txBody>
        </p:sp>
        <p:sp>
          <p:nvSpPr>
            <p:cNvPr id="14" name="object 14"/>
            <p:cNvSpPr/>
            <p:nvPr/>
          </p:nvSpPr>
          <p:spPr>
            <a:xfrm>
              <a:off x="279360" y="7433995"/>
              <a:ext cx="440690" cy="440690"/>
            </a:xfrm>
            <a:custGeom>
              <a:avLst/>
              <a:gdLst/>
              <a:ahLst/>
              <a:cxnLst/>
              <a:rect l="l" t="t" r="r" b="b"/>
              <a:pathLst>
                <a:path w="440690" h="440690">
                  <a:moveTo>
                    <a:pt x="440565" y="220281"/>
                  </a:moveTo>
                  <a:lnTo>
                    <a:pt x="440565" y="231800"/>
                  </a:lnTo>
                  <a:lnTo>
                    <a:pt x="439126" y="243319"/>
                  </a:lnTo>
                  <a:lnTo>
                    <a:pt x="429765" y="288671"/>
                  </a:lnTo>
                  <a:lnTo>
                    <a:pt x="411048" y="330428"/>
                  </a:lnTo>
                  <a:lnTo>
                    <a:pt x="383693" y="367855"/>
                  </a:lnTo>
                  <a:lnTo>
                    <a:pt x="375775" y="375780"/>
                  </a:lnTo>
                  <a:lnTo>
                    <a:pt x="367858" y="383705"/>
                  </a:lnTo>
                  <a:lnTo>
                    <a:pt x="330423" y="411060"/>
                  </a:lnTo>
                  <a:lnTo>
                    <a:pt x="288672" y="429768"/>
                  </a:lnTo>
                  <a:lnTo>
                    <a:pt x="243319" y="439127"/>
                  </a:lnTo>
                  <a:lnTo>
                    <a:pt x="231799" y="440575"/>
                  </a:lnTo>
                  <a:lnTo>
                    <a:pt x="220280" y="440575"/>
                  </a:lnTo>
                  <a:lnTo>
                    <a:pt x="208761" y="440575"/>
                  </a:lnTo>
                  <a:lnTo>
                    <a:pt x="197246" y="439127"/>
                  </a:lnTo>
                  <a:lnTo>
                    <a:pt x="151893" y="429768"/>
                  </a:lnTo>
                  <a:lnTo>
                    <a:pt x="110136" y="411060"/>
                  </a:lnTo>
                  <a:lnTo>
                    <a:pt x="72707" y="383705"/>
                  </a:lnTo>
                  <a:lnTo>
                    <a:pt x="64789" y="375780"/>
                  </a:lnTo>
                  <a:lnTo>
                    <a:pt x="56866" y="367855"/>
                  </a:lnTo>
                  <a:lnTo>
                    <a:pt x="29512" y="330428"/>
                  </a:lnTo>
                  <a:lnTo>
                    <a:pt x="10795" y="288671"/>
                  </a:lnTo>
                  <a:lnTo>
                    <a:pt x="1438" y="243319"/>
                  </a:lnTo>
                  <a:lnTo>
                    <a:pt x="0" y="231800"/>
                  </a:lnTo>
                  <a:lnTo>
                    <a:pt x="0" y="220281"/>
                  </a:lnTo>
                  <a:lnTo>
                    <a:pt x="718" y="220281"/>
                  </a:lnTo>
                  <a:lnTo>
                    <a:pt x="718" y="208762"/>
                  </a:lnTo>
                  <a:lnTo>
                    <a:pt x="2157" y="197243"/>
                  </a:lnTo>
                  <a:lnTo>
                    <a:pt x="3596" y="185737"/>
                  </a:lnTo>
                  <a:lnTo>
                    <a:pt x="5759" y="174929"/>
                  </a:lnTo>
                  <a:lnTo>
                    <a:pt x="7917" y="163410"/>
                  </a:lnTo>
                  <a:lnTo>
                    <a:pt x="24471" y="120230"/>
                  </a:lnTo>
                  <a:lnTo>
                    <a:pt x="49668" y="82067"/>
                  </a:lnTo>
                  <a:lnTo>
                    <a:pt x="82063" y="49669"/>
                  </a:lnTo>
                  <a:lnTo>
                    <a:pt x="100780" y="36004"/>
                  </a:lnTo>
                  <a:lnTo>
                    <a:pt x="110136" y="29514"/>
                  </a:lnTo>
                  <a:lnTo>
                    <a:pt x="152613" y="10807"/>
                  </a:lnTo>
                  <a:lnTo>
                    <a:pt x="197246" y="1447"/>
                  </a:lnTo>
                  <a:lnTo>
                    <a:pt x="208761" y="0"/>
                  </a:lnTo>
                  <a:lnTo>
                    <a:pt x="220280" y="0"/>
                  </a:lnTo>
                  <a:lnTo>
                    <a:pt x="220280" y="723"/>
                  </a:lnTo>
                  <a:lnTo>
                    <a:pt x="231799" y="723"/>
                  </a:lnTo>
                  <a:lnTo>
                    <a:pt x="243319" y="2159"/>
                  </a:lnTo>
                  <a:lnTo>
                    <a:pt x="254833" y="3606"/>
                  </a:lnTo>
                  <a:lnTo>
                    <a:pt x="265633" y="5765"/>
                  </a:lnTo>
                  <a:lnTo>
                    <a:pt x="277152" y="7924"/>
                  </a:lnTo>
                  <a:lnTo>
                    <a:pt x="320342" y="24472"/>
                  </a:lnTo>
                  <a:lnTo>
                    <a:pt x="358496" y="49669"/>
                  </a:lnTo>
                  <a:lnTo>
                    <a:pt x="390892" y="82067"/>
                  </a:lnTo>
                  <a:lnTo>
                    <a:pt x="404568" y="100787"/>
                  </a:lnTo>
                  <a:lnTo>
                    <a:pt x="411048" y="110147"/>
                  </a:lnTo>
                  <a:lnTo>
                    <a:pt x="416088" y="120230"/>
                  </a:lnTo>
                  <a:lnTo>
                    <a:pt x="421128" y="131025"/>
                  </a:lnTo>
                  <a:lnTo>
                    <a:pt x="425444" y="141820"/>
                  </a:lnTo>
                  <a:lnTo>
                    <a:pt x="429765" y="152615"/>
                  </a:lnTo>
                  <a:lnTo>
                    <a:pt x="439126" y="197243"/>
                  </a:lnTo>
                  <a:lnTo>
                    <a:pt x="440565" y="208762"/>
                  </a:lnTo>
                  <a:lnTo>
                    <a:pt x="440565" y="220281"/>
                  </a:lnTo>
                  <a:close/>
                </a:path>
              </a:pathLst>
            </a:custGeom>
            <a:ln w="18716">
              <a:solidFill>
                <a:srgbClr val="959595"/>
              </a:solidFill>
            </a:ln>
          </p:spPr>
          <p:txBody>
            <a:bodyPr wrap="square" lIns="0" tIns="0" rIns="0" bIns="0" rtlCol="0"/>
            <a:lstStyle/>
            <a:p>
              <a:endParaRPr/>
            </a:p>
          </p:txBody>
        </p:sp>
      </p:grpSp>
      <p:grpSp>
        <p:nvGrpSpPr>
          <p:cNvPr id="15" name="object 15"/>
          <p:cNvGrpSpPr/>
          <p:nvPr/>
        </p:nvGrpSpPr>
        <p:grpSpPr>
          <a:xfrm>
            <a:off x="17400944" y="8980552"/>
            <a:ext cx="459740" cy="459740"/>
            <a:chOff x="17400944" y="8980552"/>
            <a:chExt cx="459740" cy="459740"/>
          </a:xfrm>
        </p:grpSpPr>
        <p:sp>
          <p:nvSpPr>
            <p:cNvPr id="16" name="object 16"/>
            <p:cNvSpPr/>
            <p:nvPr/>
          </p:nvSpPr>
          <p:spPr>
            <a:xfrm>
              <a:off x="17410302" y="8989911"/>
              <a:ext cx="440690" cy="440690"/>
            </a:xfrm>
            <a:custGeom>
              <a:avLst/>
              <a:gdLst/>
              <a:ahLst/>
              <a:cxnLst/>
              <a:rect l="l" t="t" r="r" b="b"/>
              <a:pathLst>
                <a:path w="440690" h="440690">
                  <a:moveTo>
                    <a:pt x="220345" y="0"/>
                  </a:moveTo>
                  <a:lnTo>
                    <a:pt x="208788" y="0"/>
                  </a:lnTo>
                  <a:lnTo>
                    <a:pt x="185801" y="2882"/>
                  </a:lnTo>
                  <a:lnTo>
                    <a:pt x="131064" y="19443"/>
                  </a:lnTo>
                  <a:lnTo>
                    <a:pt x="100838" y="36004"/>
                  </a:lnTo>
                  <a:lnTo>
                    <a:pt x="91440" y="42481"/>
                  </a:lnTo>
                  <a:lnTo>
                    <a:pt x="56896" y="73432"/>
                  </a:lnTo>
                  <a:lnTo>
                    <a:pt x="30226" y="110148"/>
                  </a:lnTo>
                  <a:lnTo>
                    <a:pt x="11557" y="152618"/>
                  </a:lnTo>
                  <a:lnTo>
                    <a:pt x="7874" y="163418"/>
                  </a:lnTo>
                  <a:lnTo>
                    <a:pt x="5715" y="174937"/>
                  </a:lnTo>
                  <a:lnTo>
                    <a:pt x="3556" y="185737"/>
                  </a:lnTo>
                  <a:lnTo>
                    <a:pt x="762" y="208771"/>
                  </a:lnTo>
                  <a:lnTo>
                    <a:pt x="762" y="220290"/>
                  </a:lnTo>
                  <a:lnTo>
                    <a:pt x="0" y="220290"/>
                  </a:lnTo>
                  <a:lnTo>
                    <a:pt x="0" y="231810"/>
                  </a:lnTo>
                  <a:lnTo>
                    <a:pt x="7239" y="277158"/>
                  </a:lnTo>
                  <a:lnTo>
                    <a:pt x="23749" y="320352"/>
                  </a:lnTo>
                  <a:lnTo>
                    <a:pt x="29591" y="330433"/>
                  </a:lnTo>
                  <a:lnTo>
                    <a:pt x="35306" y="340508"/>
                  </a:lnTo>
                  <a:lnTo>
                    <a:pt x="64770" y="375786"/>
                  </a:lnTo>
                  <a:lnTo>
                    <a:pt x="100076" y="405298"/>
                  </a:lnTo>
                  <a:lnTo>
                    <a:pt x="141097" y="426175"/>
                  </a:lnTo>
                  <a:lnTo>
                    <a:pt x="185801" y="437694"/>
                  </a:lnTo>
                  <a:lnTo>
                    <a:pt x="208788" y="440571"/>
                  </a:lnTo>
                  <a:lnTo>
                    <a:pt x="231775" y="440571"/>
                  </a:lnTo>
                  <a:lnTo>
                    <a:pt x="277114" y="433373"/>
                  </a:lnTo>
                  <a:lnTo>
                    <a:pt x="320421" y="416817"/>
                  </a:lnTo>
                  <a:lnTo>
                    <a:pt x="359283" y="391622"/>
                  </a:lnTo>
                  <a:lnTo>
                    <a:pt x="391668" y="359227"/>
                  </a:lnTo>
                  <a:lnTo>
                    <a:pt x="416814" y="320352"/>
                  </a:lnTo>
                  <a:lnTo>
                    <a:pt x="433324" y="277158"/>
                  </a:lnTo>
                  <a:lnTo>
                    <a:pt x="440563" y="231810"/>
                  </a:lnTo>
                  <a:lnTo>
                    <a:pt x="440563" y="220290"/>
                  </a:lnTo>
                  <a:lnTo>
                    <a:pt x="440563" y="208771"/>
                  </a:lnTo>
                  <a:lnTo>
                    <a:pt x="432689" y="163418"/>
                  </a:lnTo>
                  <a:lnTo>
                    <a:pt x="416052" y="120228"/>
                  </a:lnTo>
                  <a:lnTo>
                    <a:pt x="390906" y="82073"/>
                  </a:lnTo>
                  <a:lnTo>
                    <a:pt x="349885" y="42481"/>
                  </a:lnTo>
                  <a:lnTo>
                    <a:pt x="309626" y="19443"/>
                  </a:lnTo>
                  <a:lnTo>
                    <a:pt x="265684" y="5765"/>
                  </a:lnTo>
                  <a:lnTo>
                    <a:pt x="254889" y="3606"/>
                  </a:lnTo>
                  <a:lnTo>
                    <a:pt x="231775" y="723"/>
                  </a:lnTo>
                  <a:lnTo>
                    <a:pt x="220345" y="723"/>
                  </a:lnTo>
                  <a:lnTo>
                    <a:pt x="220345" y="0"/>
                  </a:lnTo>
                  <a:close/>
                </a:path>
              </a:pathLst>
            </a:custGeom>
            <a:solidFill>
              <a:srgbClr val="36D636"/>
            </a:solidFill>
          </p:spPr>
          <p:txBody>
            <a:bodyPr wrap="square" lIns="0" tIns="0" rIns="0" bIns="0" rtlCol="0"/>
            <a:lstStyle/>
            <a:p>
              <a:endParaRPr/>
            </a:p>
          </p:txBody>
        </p:sp>
        <p:sp>
          <p:nvSpPr>
            <p:cNvPr id="17" name="object 17"/>
            <p:cNvSpPr/>
            <p:nvPr/>
          </p:nvSpPr>
          <p:spPr>
            <a:xfrm>
              <a:off x="17410302" y="8989911"/>
              <a:ext cx="440690" cy="440690"/>
            </a:xfrm>
            <a:custGeom>
              <a:avLst/>
              <a:gdLst/>
              <a:ahLst/>
              <a:cxnLst/>
              <a:rect l="l" t="t" r="r" b="b"/>
              <a:pathLst>
                <a:path w="440690" h="440690">
                  <a:moveTo>
                    <a:pt x="440563" y="220290"/>
                  </a:moveTo>
                  <a:lnTo>
                    <a:pt x="440563" y="231810"/>
                  </a:lnTo>
                  <a:lnTo>
                    <a:pt x="439166" y="243324"/>
                  </a:lnTo>
                  <a:lnTo>
                    <a:pt x="437769" y="254843"/>
                  </a:lnTo>
                  <a:lnTo>
                    <a:pt x="426212" y="299477"/>
                  </a:lnTo>
                  <a:lnTo>
                    <a:pt x="405257" y="340508"/>
                  </a:lnTo>
                  <a:lnTo>
                    <a:pt x="375793" y="375786"/>
                  </a:lnTo>
                  <a:lnTo>
                    <a:pt x="340487" y="405298"/>
                  </a:lnTo>
                  <a:lnTo>
                    <a:pt x="299466" y="426175"/>
                  </a:lnTo>
                  <a:lnTo>
                    <a:pt x="254889" y="437694"/>
                  </a:lnTo>
                  <a:lnTo>
                    <a:pt x="231775" y="440571"/>
                  </a:lnTo>
                  <a:lnTo>
                    <a:pt x="220345" y="440571"/>
                  </a:lnTo>
                  <a:lnTo>
                    <a:pt x="208788" y="440571"/>
                  </a:lnTo>
                  <a:lnTo>
                    <a:pt x="163449" y="433373"/>
                  </a:lnTo>
                  <a:lnTo>
                    <a:pt x="120269" y="416817"/>
                  </a:lnTo>
                  <a:lnTo>
                    <a:pt x="81407" y="391622"/>
                  </a:lnTo>
                  <a:lnTo>
                    <a:pt x="49022" y="359227"/>
                  </a:lnTo>
                  <a:lnTo>
                    <a:pt x="29591" y="330433"/>
                  </a:lnTo>
                  <a:lnTo>
                    <a:pt x="23749" y="320352"/>
                  </a:lnTo>
                  <a:lnTo>
                    <a:pt x="7239" y="277158"/>
                  </a:lnTo>
                  <a:lnTo>
                    <a:pt x="0" y="231810"/>
                  </a:lnTo>
                  <a:lnTo>
                    <a:pt x="0" y="220290"/>
                  </a:lnTo>
                  <a:lnTo>
                    <a:pt x="762" y="220290"/>
                  </a:lnTo>
                  <a:lnTo>
                    <a:pt x="762" y="208771"/>
                  </a:lnTo>
                  <a:lnTo>
                    <a:pt x="2159" y="197252"/>
                  </a:lnTo>
                  <a:lnTo>
                    <a:pt x="3556" y="185737"/>
                  </a:lnTo>
                  <a:lnTo>
                    <a:pt x="5715" y="174937"/>
                  </a:lnTo>
                  <a:lnTo>
                    <a:pt x="7874" y="163418"/>
                  </a:lnTo>
                  <a:lnTo>
                    <a:pt x="11557" y="152618"/>
                  </a:lnTo>
                  <a:lnTo>
                    <a:pt x="15113" y="141823"/>
                  </a:lnTo>
                  <a:lnTo>
                    <a:pt x="19431" y="131023"/>
                  </a:lnTo>
                  <a:lnTo>
                    <a:pt x="42545" y="90711"/>
                  </a:lnTo>
                  <a:lnTo>
                    <a:pt x="73406" y="56876"/>
                  </a:lnTo>
                  <a:lnTo>
                    <a:pt x="100838" y="36004"/>
                  </a:lnTo>
                  <a:lnTo>
                    <a:pt x="110109" y="29527"/>
                  </a:lnTo>
                  <a:lnTo>
                    <a:pt x="120269" y="24485"/>
                  </a:lnTo>
                  <a:lnTo>
                    <a:pt x="131064" y="19443"/>
                  </a:lnTo>
                  <a:lnTo>
                    <a:pt x="141859" y="15125"/>
                  </a:lnTo>
                  <a:lnTo>
                    <a:pt x="152654" y="10807"/>
                  </a:lnTo>
                  <a:lnTo>
                    <a:pt x="197231" y="1447"/>
                  </a:lnTo>
                  <a:lnTo>
                    <a:pt x="208788" y="0"/>
                  </a:lnTo>
                  <a:lnTo>
                    <a:pt x="220345" y="0"/>
                  </a:lnTo>
                  <a:lnTo>
                    <a:pt x="220345" y="723"/>
                  </a:lnTo>
                  <a:lnTo>
                    <a:pt x="231775" y="723"/>
                  </a:lnTo>
                  <a:lnTo>
                    <a:pt x="243332" y="2171"/>
                  </a:lnTo>
                  <a:lnTo>
                    <a:pt x="254889" y="3606"/>
                  </a:lnTo>
                  <a:lnTo>
                    <a:pt x="265684" y="5765"/>
                  </a:lnTo>
                  <a:lnTo>
                    <a:pt x="309626" y="19443"/>
                  </a:lnTo>
                  <a:lnTo>
                    <a:pt x="349885" y="42481"/>
                  </a:lnTo>
                  <a:lnTo>
                    <a:pt x="383667" y="73432"/>
                  </a:lnTo>
                  <a:lnTo>
                    <a:pt x="404622" y="100792"/>
                  </a:lnTo>
                  <a:lnTo>
                    <a:pt x="411099" y="110148"/>
                  </a:lnTo>
                  <a:lnTo>
                    <a:pt x="416052" y="120228"/>
                  </a:lnTo>
                  <a:lnTo>
                    <a:pt x="421132" y="131023"/>
                  </a:lnTo>
                  <a:lnTo>
                    <a:pt x="425450" y="141823"/>
                  </a:lnTo>
                  <a:lnTo>
                    <a:pt x="429768" y="152618"/>
                  </a:lnTo>
                  <a:lnTo>
                    <a:pt x="439166" y="197252"/>
                  </a:lnTo>
                  <a:lnTo>
                    <a:pt x="440563" y="208771"/>
                  </a:lnTo>
                  <a:lnTo>
                    <a:pt x="440563" y="220290"/>
                  </a:lnTo>
                  <a:close/>
                </a:path>
              </a:pathLst>
            </a:custGeom>
            <a:ln w="18716">
              <a:solidFill>
                <a:srgbClr val="36D636"/>
              </a:solidFill>
            </a:ln>
          </p:spPr>
          <p:txBody>
            <a:bodyPr wrap="square" lIns="0" tIns="0" rIns="0" bIns="0" rtlCol="0"/>
            <a:lstStyle/>
            <a:p>
              <a:endParaRPr/>
            </a:p>
          </p:txBody>
        </p:sp>
      </p:grpSp>
      <p:sp>
        <p:nvSpPr>
          <p:cNvPr id="21" name="TextBox 20">
            <a:extLst>
              <a:ext uri="{FF2B5EF4-FFF2-40B4-BE49-F238E27FC236}">
                <a16:creationId xmlns:a16="http://schemas.microsoft.com/office/drawing/2014/main" id="{2DD5C0A5-3C61-A81E-A4AF-1C3C8BD48EB6}"/>
              </a:ext>
            </a:extLst>
          </p:cNvPr>
          <p:cNvSpPr txBox="1"/>
          <p:nvPr/>
        </p:nvSpPr>
        <p:spPr>
          <a:xfrm>
            <a:off x="280794" y="169496"/>
            <a:ext cx="5755655" cy="769441"/>
          </a:xfrm>
          <a:prstGeom prst="rect">
            <a:avLst/>
          </a:prstGeom>
          <a:noFill/>
        </p:spPr>
        <p:txBody>
          <a:bodyPr wrap="square" rtlCol="0">
            <a:spAutoFit/>
          </a:bodyPr>
          <a:lstStyle/>
          <a:p>
            <a:r>
              <a:rPr lang="en-US" sz="4400" b="1" dirty="0">
                <a:latin typeface="Arial" panose="020B0604020202020204" pitchFamily="34" charset="0"/>
                <a:cs typeface="Arial" panose="020B0604020202020204" pitchFamily="34" charset="0"/>
              </a:rPr>
              <a:t>Future Works</a:t>
            </a:r>
          </a:p>
        </p:txBody>
      </p:sp>
      <p:sp>
        <p:nvSpPr>
          <p:cNvPr id="18" name="TextBox 17">
            <a:extLst>
              <a:ext uri="{FF2B5EF4-FFF2-40B4-BE49-F238E27FC236}">
                <a16:creationId xmlns:a16="http://schemas.microsoft.com/office/drawing/2014/main" id="{E6295391-4D48-09D6-1D32-C7FB36CF1A1D}"/>
              </a:ext>
            </a:extLst>
          </p:cNvPr>
          <p:cNvSpPr txBox="1"/>
          <p:nvPr/>
        </p:nvSpPr>
        <p:spPr>
          <a:xfrm>
            <a:off x="463550" y="1568450"/>
            <a:ext cx="15240000" cy="5761898"/>
          </a:xfrm>
          <a:prstGeom prst="rect">
            <a:avLst/>
          </a:prstGeom>
          <a:noFill/>
        </p:spPr>
        <p:txBody>
          <a:bodyPr wrap="square" rtlCol="0">
            <a:spAutoFit/>
          </a:bodyPr>
          <a:lstStyle/>
          <a:p>
            <a:endParaRPr lang="en-US" dirty="0"/>
          </a:p>
          <a:p>
            <a:endParaRPr lang="en-US" sz="3200" dirty="0">
              <a:latin typeface="+mn-lt"/>
            </a:endParaRPr>
          </a:p>
          <a:p>
            <a:pPr marL="457200" indent="-457200">
              <a:lnSpc>
                <a:spcPct val="150000"/>
              </a:lnSpc>
              <a:buFont typeface="Wingdings" panose="05000000000000000000" pitchFamily="2" charset="2"/>
              <a:buChar char="q"/>
            </a:pPr>
            <a:r>
              <a:rPr lang="en-US" sz="3600" dirty="0">
                <a:latin typeface="+mn-lt"/>
              </a:rPr>
              <a:t>Mobile App Integration: Add a mobile app to make the system more accessible on smartphones and tablets.</a:t>
            </a:r>
          </a:p>
          <a:p>
            <a:pPr marL="457200" indent="-457200">
              <a:lnSpc>
                <a:spcPct val="150000"/>
              </a:lnSpc>
              <a:buFont typeface="Wingdings" panose="05000000000000000000" pitchFamily="2" charset="2"/>
              <a:buChar char="q"/>
            </a:pPr>
            <a:r>
              <a:rPr lang="en-US" sz="3600" dirty="0">
                <a:latin typeface="+mn-lt"/>
              </a:rPr>
              <a:t>More Transaction Types: Include new types of transactions to better meet user needs.</a:t>
            </a:r>
          </a:p>
          <a:p>
            <a:pPr marL="457200" indent="-457200">
              <a:lnSpc>
                <a:spcPct val="150000"/>
              </a:lnSpc>
              <a:buFont typeface="Wingdings" panose="05000000000000000000" pitchFamily="2" charset="2"/>
              <a:buChar char="q"/>
            </a:pPr>
            <a:r>
              <a:rPr lang="en-US" sz="3600" dirty="0">
                <a:latin typeface="+mn-lt"/>
              </a:rPr>
              <a:t>Enhanced Security: Improve security with features like fingerprint or face recognition for login</a:t>
            </a:r>
          </a:p>
        </p:txBody>
      </p:sp>
    </p:spTree>
    <p:extLst>
      <p:ext uri="{BB962C8B-B14F-4D97-AF65-F5344CB8AC3E}">
        <p14:creationId xmlns:p14="http://schemas.microsoft.com/office/powerpoint/2010/main" val="1035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757240" y="7236739"/>
            <a:ext cx="1540106" cy="3059141"/>
          </a:xfrm>
          <a:prstGeom prst="rect">
            <a:avLst/>
          </a:prstGeom>
        </p:spPr>
      </p:pic>
      <p:grpSp>
        <p:nvGrpSpPr>
          <p:cNvPr id="3" name="object 3"/>
          <p:cNvGrpSpPr/>
          <p:nvPr/>
        </p:nvGrpSpPr>
        <p:grpSpPr>
          <a:xfrm>
            <a:off x="17692534" y="-9355"/>
            <a:ext cx="605155" cy="652145"/>
            <a:chOff x="17692534" y="-9355"/>
            <a:chExt cx="605155" cy="652145"/>
          </a:xfrm>
        </p:grpSpPr>
        <p:sp>
          <p:nvSpPr>
            <p:cNvPr id="4" name="object 4"/>
            <p:cNvSpPr/>
            <p:nvPr/>
          </p:nvSpPr>
          <p:spPr>
            <a:xfrm>
              <a:off x="17701894" y="4"/>
              <a:ext cx="586105" cy="633095"/>
            </a:xfrm>
            <a:custGeom>
              <a:avLst/>
              <a:gdLst/>
              <a:ahLst/>
              <a:cxnLst/>
              <a:rect l="l" t="t" r="r" b="b"/>
              <a:pathLst>
                <a:path w="586105" h="633095">
                  <a:moveTo>
                    <a:pt x="586044" y="0"/>
                  </a:moveTo>
                  <a:lnTo>
                    <a:pt x="1944" y="0"/>
                  </a:lnTo>
                  <a:lnTo>
                    <a:pt x="761" y="16556"/>
                  </a:lnTo>
                  <a:lnTo>
                    <a:pt x="0" y="47519"/>
                  </a:lnTo>
                  <a:lnTo>
                    <a:pt x="761" y="78482"/>
                  </a:lnTo>
                  <a:lnTo>
                    <a:pt x="7238" y="138959"/>
                  </a:lnTo>
                  <a:lnTo>
                    <a:pt x="20192" y="198713"/>
                  </a:lnTo>
                  <a:lnTo>
                    <a:pt x="38861" y="257031"/>
                  </a:lnTo>
                  <a:lnTo>
                    <a:pt x="64134" y="313190"/>
                  </a:lnTo>
                  <a:lnTo>
                    <a:pt x="95122" y="365756"/>
                  </a:lnTo>
                  <a:lnTo>
                    <a:pt x="131063" y="415438"/>
                  </a:lnTo>
                  <a:lnTo>
                    <a:pt x="171322" y="460790"/>
                  </a:lnTo>
                  <a:lnTo>
                    <a:pt x="217423" y="501836"/>
                  </a:lnTo>
                  <a:lnTo>
                    <a:pt x="267080" y="537828"/>
                  </a:lnTo>
                  <a:lnTo>
                    <a:pt x="319658" y="568791"/>
                  </a:lnTo>
                  <a:lnTo>
                    <a:pt x="375919" y="593276"/>
                  </a:lnTo>
                  <a:lnTo>
                    <a:pt x="434212" y="611996"/>
                  </a:lnTo>
                  <a:lnTo>
                    <a:pt x="493902" y="624950"/>
                  </a:lnTo>
                  <a:lnTo>
                    <a:pt x="554481" y="631427"/>
                  </a:lnTo>
                  <a:lnTo>
                    <a:pt x="585342" y="632151"/>
                  </a:lnTo>
                  <a:lnTo>
                    <a:pt x="585342" y="632875"/>
                  </a:lnTo>
                  <a:lnTo>
                    <a:pt x="586044" y="632858"/>
                  </a:lnTo>
                  <a:lnTo>
                    <a:pt x="586044" y="0"/>
                  </a:lnTo>
                  <a:close/>
                </a:path>
              </a:pathLst>
            </a:custGeom>
            <a:solidFill>
              <a:srgbClr val="959595"/>
            </a:solidFill>
          </p:spPr>
          <p:txBody>
            <a:bodyPr wrap="square" lIns="0" tIns="0" rIns="0" bIns="0" rtlCol="0"/>
            <a:lstStyle/>
            <a:p>
              <a:endParaRPr/>
            </a:p>
          </p:txBody>
        </p:sp>
        <p:sp>
          <p:nvSpPr>
            <p:cNvPr id="5" name="object 5"/>
            <p:cNvSpPr/>
            <p:nvPr/>
          </p:nvSpPr>
          <p:spPr>
            <a:xfrm>
              <a:off x="17701893" y="4"/>
              <a:ext cx="586105" cy="633095"/>
            </a:xfrm>
            <a:custGeom>
              <a:avLst/>
              <a:gdLst/>
              <a:ahLst/>
              <a:cxnLst/>
              <a:rect l="l" t="t" r="r" b="b"/>
              <a:pathLst>
                <a:path w="586105" h="633095">
                  <a:moveTo>
                    <a:pt x="0" y="47519"/>
                  </a:moveTo>
                  <a:lnTo>
                    <a:pt x="761" y="16556"/>
                  </a:lnTo>
                  <a:lnTo>
                    <a:pt x="1944" y="0"/>
                  </a:lnTo>
                </a:path>
                <a:path w="586105" h="633095">
                  <a:moveTo>
                    <a:pt x="586044" y="632858"/>
                  </a:moveTo>
                  <a:lnTo>
                    <a:pt x="585342" y="632875"/>
                  </a:lnTo>
                  <a:lnTo>
                    <a:pt x="585342" y="632151"/>
                  </a:lnTo>
                  <a:lnTo>
                    <a:pt x="554481" y="631427"/>
                  </a:lnTo>
                  <a:lnTo>
                    <a:pt x="493902" y="624950"/>
                  </a:lnTo>
                  <a:lnTo>
                    <a:pt x="434212" y="611996"/>
                  </a:lnTo>
                  <a:lnTo>
                    <a:pt x="375919" y="593276"/>
                  </a:lnTo>
                  <a:lnTo>
                    <a:pt x="319658" y="568791"/>
                  </a:lnTo>
                  <a:lnTo>
                    <a:pt x="267080" y="537828"/>
                  </a:lnTo>
                  <a:lnTo>
                    <a:pt x="217423" y="501836"/>
                  </a:lnTo>
                  <a:lnTo>
                    <a:pt x="171322" y="460790"/>
                  </a:lnTo>
                  <a:lnTo>
                    <a:pt x="131063" y="415438"/>
                  </a:lnTo>
                  <a:lnTo>
                    <a:pt x="95122" y="365756"/>
                  </a:lnTo>
                  <a:lnTo>
                    <a:pt x="64134" y="313190"/>
                  </a:lnTo>
                  <a:lnTo>
                    <a:pt x="38861" y="257031"/>
                  </a:lnTo>
                  <a:lnTo>
                    <a:pt x="20192" y="198713"/>
                  </a:lnTo>
                  <a:lnTo>
                    <a:pt x="7238" y="138959"/>
                  </a:lnTo>
                  <a:lnTo>
                    <a:pt x="761" y="78482"/>
                  </a:lnTo>
                  <a:lnTo>
                    <a:pt x="0" y="47519"/>
                  </a:lnTo>
                </a:path>
              </a:pathLst>
            </a:custGeom>
            <a:ln w="18719">
              <a:solidFill>
                <a:srgbClr val="959595"/>
              </a:solidFill>
            </a:ln>
          </p:spPr>
          <p:txBody>
            <a:bodyPr wrap="square" lIns="0" tIns="0" rIns="0" bIns="0" rtlCol="0"/>
            <a:lstStyle/>
            <a:p>
              <a:endParaRPr/>
            </a:p>
          </p:txBody>
        </p:sp>
      </p:grpSp>
      <p:grpSp>
        <p:nvGrpSpPr>
          <p:cNvPr id="6" name="object 6"/>
          <p:cNvGrpSpPr/>
          <p:nvPr/>
        </p:nvGrpSpPr>
        <p:grpSpPr>
          <a:xfrm>
            <a:off x="1104480" y="8549994"/>
            <a:ext cx="671195" cy="669290"/>
            <a:chOff x="1104480" y="8549994"/>
            <a:chExt cx="671195" cy="669290"/>
          </a:xfrm>
        </p:grpSpPr>
        <p:sp>
          <p:nvSpPr>
            <p:cNvPr id="7" name="object 7"/>
            <p:cNvSpPr/>
            <p:nvPr/>
          </p:nvSpPr>
          <p:spPr>
            <a:xfrm>
              <a:off x="1113839" y="8559355"/>
              <a:ext cx="652780" cy="650240"/>
            </a:xfrm>
            <a:custGeom>
              <a:avLst/>
              <a:gdLst/>
              <a:ahLst/>
              <a:cxnLst/>
              <a:rect l="l" t="t" r="r" b="b"/>
              <a:pathLst>
                <a:path w="652780" h="650240">
                  <a:moveTo>
                    <a:pt x="326099" y="0"/>
                  </a:moveTo>
                  <a:lnTo>
                    <a:pt x="322187" y="44056"/>
                  </a:lnTo>
                  <a:lnTo>
                    <a:pt x="310938" y="87383"/>
                  </a:lnTo>
                  <a:lnTo>
                    <a:pt x="293082" y="129250"/>
                  </a:lnTo>
                  <a:lnTo>
                    <a:pt x="269349" y="168925"/>
                  </a:lnTo>
                  <a:lnTo>
                    <a:pt x="240470" y="205680"/>
                  </a:lnTo>
                  <a:lnTo>
                    <a:pt x="207174" y="238783"/>
                  </a:lnTo>
                  <a:lnTo>
                    <a:pt x="170192" y="267506"/>
                  </a:lnTo>
                  <a:lnTo>
                    <a:pt x="130253" y="291116"/>
                  </a:lnTo>
                  <a:lnTo>
                    <a:pt x="88088" y="308885"/>
                  </a:lnTo>
                  <a:lnTo>
                    <a:pt x="44427" y="320082"/>
                  </a:lnTo>
                  <a:lnTo>
                    <a:pt x="0" y="323977"/>
                  </a:lnTo>
                  <a:lnTo>
                    <a:pt x="44427" y="327905"/>
                  </a:lnTo>
                  <a:lnTo>
                    <a:pt x="88088" y="339198"/>
                  </a:lnTo>
                  <a:lnTo>
                    <a:pt x="130253" y="357115"/>
                  </a:lnTo>
                  <a:lnTo>
                    <a:pt x="170192" y="380916"/>
                  </a:lnTo>
                  <a:lnTo>
                    <a:pt x="207174" y="409860"/>
                  </a:lnTo>
                  <a:lnTo>
                    <a:pt x="240470" y="443209"/>
                  </a:lnTo>
                  <a:lnTo>
                    <a:pt x="269349" y="480223"/>
                  </a:lnTo>
                  <a:lnTo>
                    <a:pt x="293082" y="520160"/>
                  </a:lnTo>
                  <a:lnTo>
                    <a:pt x="310938" y="562281"/>
                  </a:lnTo>
                  <a:lnTo>
                    <a:pt x="322187" y="605847"/>
                  </a:lnTo>
                  <a:lnTo>
                    <a:pt x="326099" y="650116"/>
                  </a:lnTo>
                  <a:lnTo>
                    <a:pt x="329994" y="605847"/>
                  </a:lnTo>
                  <a:lnTo>
                    <a:pt x="341201" y="562281"/>
                  </a:lnTo>
                  <a:lnTo>
                    <a:pt x="358998" y="520160"/>
                  </a:lnTo>
                  <a:lnTo>
                    <a:pt x="382665" y="480223"/>
                  </a:lnTo>
                  <a:lnTo>
                    <a:pt x="411482" y="443209"/>
                  </a:lnTo>
                  <a:lnTo>
                    <a:pt x="444729" y="409860"/>
                  </a:lnTo>
                  <a:lnTo>
                    <a:pt x="481685" y="380916"/>
                  </a:lnTo>
                  <a:lnTo>
                    <a:pt x="521631" y="357115"/>
                  </a:lnTo>
                  <a:lnTo>
                    <a:pt x="563844" y="339198"/>
                  </a:lnTo>
                  <a:lnTo>
                    <a:pt x="607606" y="327905"/>
                  </a:lnTo>
                  <a:lnTo>
                    <a:pt x="652197" y="323977"/>
                  </a:lnTo>
                  <a:lnTo>
                    <a:pt x="607606" y="320082"/>
                  </a:lnTo>
                  <a:lnTo>
                    <a:pt x="563844" y="308885"/>
                  </a:lnTo>
                  <a:lnTo>
                    <a:pt x="521631" y="291116"/>
                  </a:lnTo>
                  <a:lnTo>
                    <a:pt x="481685" y="267506"/>
                  </a:lnTo>
                  <a:lnTo>
                    <a:pt x="444729" y="238783"/>
                  </a:lnTo>
                  <a:lnTo>
                    <a:pt x="411482" y="205680"/>
                  </a:lnTo>
                  <a:lnTo>
                    <a:pt x="382665" y="168925"/>
                  </a:lnTo>
                  <a:lnTo>
                    <a:pt x="358998" y="129250"/>
                  </a:lnTo>
                  <a:lnTo>
                    <a:pt x="341201" y="87383"/>
                  </a:lnTo>
                  <a:lnTo>
                    <a:pt x="329994" y="44056"/>
                  </a:lnTo>
                  <a:lnTo>
                    <a:pt x="326099" y="0"/>
                  </a:lnTo>
                  <a:close/>
                </a:path>
              </a:pathLst>
            </a:custGeom>
            <a:solidFill>
              <a:srgbClr val="36D636"/>
            </a:solidFill>
          </p:spPr>
          <p:txBody>
            <a:bodyPr wrap="square" lIns="0" tIns="0" rIns="0" bIns="0" rtlCol="0"/>
            <a:lstStyle/>
            <a:p>
              <a:endParaRPr/>
            </a:p>
          </p:txBody>
        </p:sp>
        <p:sp>
          <p:nvSpPr>
            <p:cNvPr id="8" name="object 8"/>
            <p:cNvSpPr/>
            <p:nvPr/>
          </p:nvSpPr>
          <p:spPr>
            <a:xfrm>
              <a:off x="1113839" y="8559353"/>
              <a:ext cx="652780" cy="650240"/>
            </a:xfrm>
            <a:custGeom>
              <a:avLst/>
              <a:gdLst/>
              <a:ahLst/>
              <a:cxnLst/>
              <a:rect l="l" t="t" r="r" b="b"/>
              <a:pathLst>
                <a:path w="652780" h="650240">
                  <a:moveTo>
                    <a:pt x="0" y="323983"/>
                  </a:moveTo>
                  <a:lnTo>
                    <a:pt x="44425" y="320088"/>
                  </a:lnTo>
                  <a:lnTo>
                    <a:pt x="88084" y="308891"/>
                  </a:lnTo>
                  <a:lnTo>
                    <a:pt x="130248" y="291121"/>
                  </a:lnTo>
                  <a:lnTo>
                    <a:pt x="170186" y="267510"/>
                  </a:lnTo>
                  <a:lnTo>
                    <a:pt x="207168" y="238786"/>
                  </a:lnTo>
                  <a:lnTo>
                    <a:pt x="240464" y="205682"/>
                  </a:lnTo>
                  <a:lnTo>
                    <a:pt x="269343" y="168926"/>
                  </a:lnTo>
                  <a:lnTo>
                    <a:pt x="293076" y="129249"/>
                  </a:lnTo>
                  <a:lnTo>
                    <a:pt x="310932" y="87383"/>
                  </a:lnTo>
                  <a:lnTo>
                    <a:pt x="322181" y="44056"/>
                  </a:lnTo>
                  <a:lnTo>
                    <a:pt x="326093" y="0"/>
                  </a:lnTo>
                  <a:lnTo>
                    <a:pt x="329989" y="44056"/>
                  </a:lnTo>
                  <a:lnTo>
                    <a:pt x="341196" y="87383"/>
                  </a:lnTo>
                  <a:lnTo>
                    <a:pt x="358995" y="129249"/>
                  </a:lnTo>
                  <a:lnTo>
                    <a:pt x="382664" y="168926"/>
                  </a:lnTo>
                  <a:lnTo>
                    <a:pt x="411483" y="205682"/>
                  </a:lnTo>
                  <a:lnTo>
                    <a:pt x="444731" y="238786"/>
                  </a:lnTo>
                  <a:lnTo>
                    <a:pt x="481688" y="267510"/>
                  </a:lnTo>
                  <a:lnTo>
                    <a:pt x="521634" y="291121"/>
                  </a:lnTo>
                  <a:lnTo>
                    <a:pt x="563848" y="308891"/>
                  </a:lnTo>
                  <a:lnTo>
                    <a:pt x="607609" y="320088"/>
                  </a:lnTo>
                  <a:lnTo>
                    <a:pt x="652198" y="323983"/>
                  </a:lnTo>
                  <a:lnTo>
                    <a:pt x="607609" y="327912"/>
                  </a:lnTo>
                  <a:lnTo>
                    <a:pt x="563848" y="339204"/>
                  </a:lnTo>
                  <a:lnTo>
                    <a:pt x="521634" y="357120"/>
                  </a:lnTo>
                  <a:lnTo>
                    <a:pt x="481688" y="380920"/>
                  </a:lnTo>
                  <a:lnTo>
                    <a:pt x="444731" y="409864"/>
                  </a:lnTo>
                  <a:lnTo>
                    <a:pt x="411483" y="443212"/>
                  </a:lnTo>
                  <a:lnTo>
                    <a:pt x="382664" y="480224"/>
                  </a:lnTo>
                  <a:lnTo>
                    <a:pt x="358995" y="520160"/>
                  </a:lnTo>
                  <a:lnTo>
                    <a:pt x="341196" y="562281"/>
                  </a:lnTo>
                  <a:lnTo>
                    <a:pt x="329989" y="605846"/>
                  </a:lnTo>
                  <a:lnTo>
                    <a:pt x="326093" y="650116"/>
                  </a:lnTo>
                  <a:lnTo>
                    <a:pt x="322181" y="605846"/>
                  </a:lnTo>
                  <a:lnTo>
                    <a:pt x="310932" y="562281"/>
                  </a:lnTo>
                  <a:lnTo>
                    <a:pt x="293076" y="520160"/>
                  </a:lnTo>
                  <a:lnTo>
                    <a:pt x="269343" y="480224"/>
                  </a:lnTo>
                  <a:lnTo>
                    <a:pt x="240464" y="443212"/>
                  </a:lnTo>
                  <a:lnTo>
                    <a:pt x="207168" y="409864"/>
                  </a:lnTo>
                  <a:lnTo>
                    <a:pt x="170186" y="380920"/>
                  </a:lnTo>
                  <a:lnTo>
                    <a:pt x="130248" y="357120"/>
                  </a:lnTo>
                  <a:lnTo>
                    <a:pt x="88084" y="339204"/>
                  </a:lnTo>
                  <a:lnTo>
                    <a:pt x="44425" y="327912"/>
                  </a:lnTo>
                  <a:lnTo>
                    <a:pt x="0" y="323983"/>
                  </a:lnTo>
                  <a:close/>
                </a:path>
              </a:pathLst>
            </a:custGeom>
            <a:ln w="18717">
              <a:solidFill>
                <a:srgbClr val="36D636"/>
              </a:solidFill>
            </a:ln>
          </p:spPr>
          <p:txBody>
            <a:bodyPr wrap="square" lIns="0" tIns="0" rIns="0" bIns="0" rtlCol="0"/>
            <a:lstStyle/>
            <a:p>
              <a:endParaRPr/>
            </a:p>
          </p:txBody>
        </p:sp>
      </p:grpSp>
      <p:grpSp>
        <p:nvGrpSpPr>
          <p:cNvPr id="9" name="object 9"/>
          <p:cNvGrpSpPr/>
          <p:nvPr/>
        </p:nvGrpSpPr>
        <p:grpSpPr>
          <a:xfrm>
            <a:off x="8236801" y="6329554"/>
            <a:ext cx="817880" cy="817880"/>
            <a:chOff x="8236801" y="6329554"/>
            <a:chExt cx="817880" cy="817880"/>
          </a:xfrm>
        </p:grpSpPr>
        <p:sp>
          <p:nvSpPr>
            <p:cNvPr id="10" name="object 10"/>
            <p:cNvSpPr/>
            <p:nvPr/>
          </p:nvSpPr>
          <p:spPr>
            <a:xfrm>
              <a:off x="8246160" y="6338913"/>
              <a:ext cx="799465" cy="799465"/>
            </a:xfrm>
            <a:custGeom>
              <a:avLst/>
              <a:gdLst/>
              <a:ahLst/>
              <a:cxnLst/>
              <a:rect l="l" t="t" r="r" b="b"/>
              <a:pathLst>
                <a:path w="799465" h="799465">
                  <a:moveTo>
                    <a:pt x="799096" y="0"/>
                  </a:moveTo>
                  <a:lnTo>
                    <a:pt x="0" y="0"/>
                  </a:lnTo>
                  <a:lnTo>
                    <a:pt x="0" y="799084"/>
                  </a:lnTo>
                  <a:lnTo>
                    <a:pt x="399542" y="799084"/>
                  </a:lnTo>
                  <a:lnTo>
                    <a:pt x="799096" y="799084"/>
                  </a:lnTo>
                  <a:lnTo>
                    <a:pt x="799096" y="0"/>
                  </a:lnTo>
                  <a:close/>
                </a:path>
              </a:pathLst>
            </a:custGeom>
            <a:solidFill>
              <a:srgbClr val="959595"/>
            </a:solidFill>
          </p:spPr>
          <p:txBody>
            <a:bodyPr wrap="square" lIns="0" tIns="0" rIns="0" bIns="0" rtlCol="0"/>
            <a:lstStyle/>
            <a:p>
              <a:endParaRPr/>
            </a:p>
          </p:txBody>
        </p:sp>
        <p:sp>
          <p:nvSpPr>
            <p:cNvPr id="11" name="object 11"/>
            <p:cNvSpPr/>
            <p:nvPr/>
          </p:nvSpPr>
          <p:spPr>
            <a:xfrm>
              <a:off x="8246160" y="6338913"/>
              <a:ext cx="799465" cy="799465"/>
            </a:xfrm>
            <a:custGeom>
              <a:avLst/>
              <a:gdLst/>
              <a:ahLst/>
              <a:cxnLst/>
              <a:rect l="l" t="t" r="r" b="b"/>
              <a:pathLst>
                <a:path w="799465" h="799465">
                  <a:moveTo>
                    <a:pt x="399542" y="799084"/>
                  </a:moveTo>
                  <a:lnTo>
                    <a:pt x="0" y="799084"/>
                  </a:lnTo>
                  <a:lnTo>
                    <a:pt x="0" y="0"/>
                  </a:lnTo>
                  <a:lnTo>
                    <a:pt x="799096" y="0"/>
                  </a:lnTo>
                  <a:lnTo>
                    <a:pt x="799096" y="799084"/>
                  </a:lnTo>
                  <a:lnTo>
                    <a:pt x="399542" y="799084"/>
                  </a:lnTo>
                  <a:close/>
                </a:path>
              </a:pathLst>
            </a:custGeom>
            <a:ln w="18717">
              <a:solidFill>
                <a:srgbClr val="36D636"/>
              </a:solidFill>
            </a:ln>
          </p:spPr>
          <p:txBody>
            <a:bodyPr wrap="square" lIns="0" tIns="0" rIns="0" bIns="0" rtlCol="0"/>
            <a:lstStyle/>
            <a:p>
              <a:endParaRPr/>
            </a:p>
          </p:txBody>
        </p:sp>
      </p:grpSp>
      <p:grpSp>
        <p:nvGrpSpPr>
          <p:cNvPr id="12" name="object 12"/>
          <p:cNvGrpSpPr/>
          <p:nvPr/>
        </p:nvGrpSpPr>
        <p:grpSpPr>
          <a:xfrm>
            <a:off x="9232571" y="6329554"/>
            <a:ext cx="817880" cy="817880"/>
            <a:chOff x="9232571" y="6329554"/>
            <a:chExt cx="817880" cy="817880"/>
          </a:xfrm>
        </p:grpSpPr>
        <p:sp>
          <p:nvSpPr>
            <p:cNvPr id="13" name="object 13"/>
            <p:cNvSpPr/>
            <p:nvPr/>
          </p:nvSpPr>
          <p:spPr>
            <a:xfrm>
              <a:off x="9241930" y="6338913"/>
              <a:ext cx="799465" cy="799465"/>
            </a:xfrm>
            <a:custGeom>
              <a:avLst/>
              <a:gdLst/>
              <a:ahLst/>
              <a:cxnLst/>
              <a:rect l="l" t="t" r="r" b="b"/>
              <a:pathLst>
                <a:path w="799465" h="799465">
                  <a:moveTo>
                    <a:pt x="799084" y="0"/>
                  </a:moveTo>
                  <a:lnTo>
                    <a:pt x="0" y="0"/>
                  </a:lnTo>
                  <a:lnTo>
                    <a:pt x="0" y="799084"/>
                  </a:lnTo>
                  <a:lnTo>
                    <a:pt x="399542" y="799084"/>
                  </a:lnTo>
                  <a:lnTo>
                    <a:pt x="799084" y="799084"/>
                  </a:lnTo>
                  <a:lnTo>
                    <a:pt x="799084" y="0"/>
                  </a:lnTo>
                  <a:close/>
                </a:path>
              </a:pathLst>
            </a:custGeom>
            <a:solidFill>
              <a:srgbClr val="959595"/>
            </a:solidFill>
          </p:spPr>
          <p:txBody>
            <a:bodyPr wrap="square" lIns="0" tIns="0" rIns="0" bIns="0" rtlCol="0"/>
            <a:lstStyle/>
            <a:p>
              <a:endParaRPr/>
            </a:p>
          </p:txBody>
        </p:sp>
        <p:sp>
          <p:nvSpPr>
            <p:cNvPr id="14" name="object 14"/>
            <p:cNvSpPr/>
            <p:nvPr/>
          </p:nvSpPr>
          <p:spPr>
            <a:xfrm>
              <a:off x="9241930" y="6338913"/>
              <a:ext cx="799465" cy="799465"/>
            </a:xfrm>
            <a:custGeom>
              <a:avLst/>
              <a:gdLst/>
              <a:ahLst/>
              <a:cxnLst/>
              <a:rect l="l" t="t" r="r" b="b"/>
              <a:pathLst>
                <a:path w="799465" h="799465">
                  <a:moveTo>
                    <a:pt x="399542" y="799084"/>
                  </a:moveTo>
                  <a:lnTo>
                    <a:pt x="0" y="799084"/>
                  </a:lnTo>
                  <a:lnTo>
                    <a:pt x="0" y="0"/>
                  </a:lnTo>
                  <a:lnTo>
                    <a:pt x="799084" y="0"/>
                  </a:lnTo>
                  <a:lnTo>
                    <a:pt x="799084" y="799084"/>
                  </a:lnTo>
                  <a:lnTo>
                    <a:pt x="399542" y="799084"/>
                  </a:lnTo>
                  <a:close/>
                </a:path>
              </a:pathLst>
            </a:custGeom>
            <a:ln w="18717">
              <a:solidFill>
                <a:srgbClr val="36D636"/>
              </a:solidFill>
            </a:ln>
          </p:spPr>
          <p:txBody>
            <a:bodyPr wrap="square" lIns="0" tIns="0" rIns="0" bIns="0" rtlCol="0"/>
            <a:lstStyle/>
            <a:p>
              <a:endParaRPr/>
            </a:p>
          </p:txBody>
        </p:sp>
      </p:grpSp>
      <p:grpSp>
        <p:nvGrpSpPr>
          <p:cNvPr id="15" name="object 15"/>
          <p:cNvGrpSpPr/>
          <p:nvPr/>
        </p:nvGrpSpPr>
        <p:grpSpPr>
          <a:xfrm>
            <a:off x="10228327" y="6329554"/>
            <a:ext cx="817880" cy="817880"/>
            <a:chOff x="10228327" y="6329554"/>
            <a:chExt cx="817880" cy="817880"/>
          </a:xfrm>
        </p:grpSpPr>
        <p:sp>
          <p:nvSpPr>
            <p:cNvPr id="16" name="object 16"/>
            <p:cNvSpPr/>
            <p:nvPr/>
          </p:nvSpPr>
          <p:spPr>
            <a:xfrm>
              <a:off x="10237686" y="6338913"/>
              <a:ext cx="799465" cy="799465"/>
            </a:xfrm>
            <a:custGeom>
              <a:avLst/>
              <a:gdLst/>
              <a:ahLst/>
              <a:cxnLst/>
              <a:rect l="l" t="t" r="r" b="b"/>
              <a:pathLst>
                <a:path w="799465" h="799465">
                  <a:moveTo>
                    <a:pt x="799096" y="0"/>
                  </a:moveTo>
                  <a:lnTo>
                    <a:pt x="0" y="0"/>
                  </a:lnTo>
                  <a:lnTo>
                    <a:pt x="0" y="799084"/>
                  </a:lnTo>
                  <a:lnTo>
                    <a:pt x="399542" y="799084"/>
                  </a:lnTo>
                  <a:lnTo>
                    <a:pt x="799096" y="799084"/>
                  </a:lnTo>
                  <a:lnTo>
                    <a:pt x="799096" y="0"/>
                  </a:lnTo>
                  <a:close/>
                </a:path>
              </a:pathLst>
            </a:custGeom>
            <a:solidFill>
              <a:srgbClr val="959595"/>
            </a:solidFill>
          </p:spPr>
          <p:txBody>
            <a:bodyPr wrap="square" lIns="0" tIns="0" rIns="0" bIns="0" rtlCol="0"/>
            <a:lstStyle/>
            <a:p>
              <a:endParaRPr/>
            </a:p>
          </p:txBody>
        </p:sp>
        <p:sp>
          <p:nvSpPr>
            <p:cNvPr id="17" name="object 17"/>
            <p:cNvSpPr/>
            <p:nvPr/>
          </p:nvSpPr>
          <p:spPr>
            <a:xfrm>
              <a:off x="10237686" y="6338913"/>
              <a:ext cx="799465" cy="799465"/>
            </a:xfrm>
            <a:custGeom>
              <a:avLst/>
              <a:gdLst/>
              <a:ahLst/>
              <a:cxnLst/>
              <a:rect l="l" t="t" r="r" b="b"/>
              <a:pathLst>
                <a:path w="799465" h="799465">
                  <a:moveTo>
                    <a:pt x="399542" y="799084"/>
                  </a:moveTo>
                  <a:lnTo>
                    <a:pt x="0" y="799084"/>
                  </a:lnTo>
                  <a:lnTo>
                    <a:pt x="0" y="0"/>
                  </a:lnTo>
                  <a:lnTo>
                    <a:pt x="799096" y="0"/>
                  </a:lnTo>
                  <a:lnTo>
                    <a:pt x="799096" y="799084"/>
                  </a:lnTo>
                  <a:lnTo>
                    <a:pt x="399542" y="799084"/>
                  </a:lnTo>
                  <a:close/>
                </a:path>
              </a:pathLst>
            </a:custGeom>
            <a:ln w="18717">
              <a:solidFill>
                <a:srgbClr val="36D636"/>
              </a:solidFill>
            </a:ln>
          </p:spPr>
          <p:txBody>
            <a:bodyPr wrap="square" lIns="0" tIns="0" rIns="0" bIns="0" rtlCol="0"/>
            <a:lstStyle/>
            <a:p>
              <a:endParaRPr/>
            </a:p>
          </p:txBody>
        </p:sp>
        <p:sp>
          <p:nvSpPr>
            <p:cNvPr id="18" name="object 18"/>
            <p:cNvSpPr/>
            <p:nvPr/>
          </p:nvSpPr>
          <p:spPr>
            <a:xfrm>
              <a:off x="10399585" y="6549149"/>
              <a:ext cx="495300" cy="409575"/>
            </a:xfrm>
            <a:custGeom>
              <a:avLst/>
              <a:gdLst/>
              <a:ahLst/>
              <a:cxnLst/>
              <a:rect l="l" t="t" r="r" b="b"/>
              <a:pathLst>
                <a:path w="495300" h="409575">
                  <a:moveTo>
                    <a:pt x="31788" y="138214"/>
                  </a:moveTo>
                  <a:lnTo>
                    <a:pt x="26746" y="138214"/>
                  </a:lnTo>
                  <a:lnTo>
                    <a:pt x="20993" y="142532"/>
                  </a:lnTo>
                  <a:lnTo>
                    <a:pt x="18834" y="144691"/>
                  </a:lnTo>
                  <a:lnTo>
                    <a:pt x="18834" y="147561"/>
                  </a:lnTo>
                  <a:lnTo>
                    <a:pt x="18110" y="150444"/>
                  </a:lnTo>
                  <a:lnTo>
                    <a:pt x="18110" y="154762"/>
                  </a:lnTo>
                  <a:lnTo>
                    <a:pt x="20742" y="178000"/>
                  </a:lnTo>
                  <a:lnTo>
                    <a:pt x="28370" y="199753"/>
                  </a:lnTo>
                  <a:lnTo>
                    <a:pt x="40586" y="219347"/>
                  </a:lnTo>
                  <a:lnTo>
                    <a:pt x="56984" y="236105"/>
                  </a:lnTo>
                  <a:lnTo>
                    <a:pt x="54101" y="236816"/>
                  </a:lnTo>
                  <a:lnTo>
                    <a:pt x="53390" y="238988"/>
                  </a:lnTo>
                  <a:lnTo>
                    <a:pt x="52666" y="239699"/>
                  </a:lnTo>
                  <a:lnTo>
                    <a:pt x="51942" y="243306"/>
                  </a:lnTo>
                  <a:lnTo>
                    <a:pt x="50507" y="246900"/>
                  </a:lnTo>
                  <a:lnTo>
                    <a:pt x="51942" y="249059"/>
                  </a:lnTo>
                  <a:lnTo>
                    <a:pt x="62327" y="272937"/>
                  </a:lnTo>
                  <a:lnTo>
                    <a:pt x="77771" y="293238"/>
                  </a:lnTo>
                  <a:lnTo>
                    <a:pt x="97402" y="309083"/>
                  </a:lnTo>
                  <a:lnTo>
                    <a:pt x="120345" y="319595"/>
                  </a:lnTo>
                  <a:lnTo>
                    <a:pt x="97550" y="331161"/>
                  </a:lnTo>
                  <a:lnTo>
                    <a:pt x="73544" y="339755"/>
                  </a:lnTo>
                  <a:lnTo>
                    <a:pt x="48459" y="345107"/>
                  </a:lnTo>
                  <a:lnTo>
                    <a:pt x="22428" y="346951"/>
                  </a:lnTo>
                  <a:lnTo>
                    <a:pt x="6591" y="346951"/>
                  </a:lnTo>
                  <a:lnTo>
                    <a:pt x="1547" y="351275"/>
                  </a:lnTo>
                  <a:lnTo>
                    <a:pt x="101" y="357035"/>
                  </a:lnTo>
                  <a:lnTo>
                    <a:pt x="0" y="363283"/>
                  </a:lnTo>
                  <a:lnTo>
                    <a:pt x="2273" y="367830"/>
                  </a:lnTo>
                  <a:lnTo>
                    <a:pt x="40877" y="387109"/>
                  </a:lnTo>
                  <a:lnTo>
                    <a:pt x="77322" y="399502"/>
                  </a:lnTo>
                  <a:lnTo>
                    <a:pt x="115117" y="407034"/>
                  </a:lnTo>
                  <a:lnTo>
                    <a:pt x="153454" y="409574"/>
                  </a:lnTo>
                  <a:lnTo>
                    <a:pt x="199124" y="406100"/>
                  </a:lnTo>
                  <a:lnTo>
                    <a:pt x="242906" y="395811"/>
                  </a:lnTo>
                  <a:lnTo>
                    <a:pt x="267333" y="385825"/>
                  </a:lnTo>
                  <a:lnTo>
                    <a:pt x="153454" y="385825"/>
                  </a:lnTo>
                  <a:lnTo>
                    <a:pt x="128787" y="384532"/>
                  </a:lnTo>
                  <a:lnTo>
                    <a:pt x="104589" y="380876"/>
                  </a:lnTo>
                  <a:lnTo>
                    <a:pt x="81064" y="375196"/>
                  </a:lnTo>
                  <a:lnTo>
                    <a:pt x="58419" y="367830"/>
                  </a:lnTo>
                  <a:lnTo>
                    <a:pt x="85401" y="361239"/>
                  </a:lnTo>
                  <a:lnTo>
                    <a:pt x="111174" y="351269"/>
                  </a:lnTo>
                  <a:lnTo>
                    <a:pt x="135572" y="338072"/>
                  </a:lnTo>
                  <a:lnTo>
                    <a:pt x="158495" y="321767"/>
                  </a:lnTo>
                  <a:lnTo>
                    <a:pt x="161378" y="318884"/>
                  </a:lnTo>
                  <a:lnTo>
                    <a:pt x="163537" y="314566"/>
                  </a:lnTo>
                  <a:lnTo>
                    <a:pt x="162102" y="310248"/>
                  </a:lnTo>
                  <a:lnTo>
                    <a:pt x="161378" y="305206"/>
                  </a:lnTo>
                  <a:lnTo>
                    <a:pt x="156336" y="300888"/>
                  </a:lnTo>
                  <a:lnTo>
                    <a:pt x="150571" y="300888"/>
                  </a:lnTo>
                  <a:lnTo>
                    <a:pt x="129245" y="297301"/>
                  </a:lnTo>
                  <a:lnTo>
                    <a:pt x="110080" y="288920"/>
                  </a:lnTo>
                  <a:lnTo>
                    <a:pt x="93881" y="276083"/>
                  </a:lnTo>
                  <a:lnTo>
                    <a:pt x="81457" y="259130"/>
                  </a:lnTo>
                  <a:lnTo>
                    <a:pt x="87223" y="259130"/>
                  </a:lnTo>
                  <a:lnTo>
                    <a:pt x="94424" y="257695"/>
                  </a:lnTo>
                  <a:lnTo>
                    <a:pt x="100177" y="255536"/>
                  </a:lnTo>
                  <a:lnTo>
                    <a:pt x="105943" y="254825"/>
                  </a:lnTo>
                  <a:lnTo>
                    <a:pt x="110261" y="250494"/>
                  </a:lnTo>
                  <a:lnTo>
                    <a:pt x="110261" y="244741"/>
                  </a:lnTo>
                  <a:lnTo>
                    <a:pt x="110985" y="238988"/>
                  </a:lnTo>
                  <a:lnTo>
                    <a:pt x="107378" y="233946"/>
                  </a:lnTo>
                  <a:lnTo>
                    <a:pt x="60947" y="208030"/>
                  </a:lnTo>
                  <a:lnTo>
                    <a:pt x="41147" y="167004"/>
                  </a:lnTo>
                  <a:lnTo>
                    <a:pt x="77850" y="167004"/>
                  </a:lnTo>
                  <a:lnTo>
                    <a:pt x="79298" y="165557"/>
                  </a:lnTo>
                  <a:lnTo>
                    <a:pt x="81457" y="159804"/>
                  </a:lnTo>
                  <a:lnTo>
                    <a:pt x="82181" y="154762"/>
                  </a:lnTo>
                  <a:lnTo>
                    <a:pt x="78587" y="150444"/>
                  </a:lnTo>
                  <a:lnTo>
                    <a:pt x="74269" y="147561"/>
                  </a:lnTo>
                  <a:lnTo>
                    <a:pt x="63431" y="138925"/>
                  </a:lnTo>
                  <a:lnTo>
                    <a:pt x="32511" y="138925"/>
                  </a:lnTo>
                  <a:lnTo>
                    <a:pt x="31788" y="138214"/>
                  </a:lnTo>
                  <a:close/>
                </a:path>
                <a:path w="495300" h="409575">
                  <a:moveTo>
                    <a:pt x="318325" y="332562"/>
                  </a:moveTo>
                  <a:lnTo>
                    <a:pt x="313283" y="332562"/>
                  </a:lnTo>
                  <a:lnTo>
                    <a:pt x="310400" y="333273"/>
                  </a:lnTo>
                  <a:lnTo>
                    <a:pt x="308241" y="335445"/>
                  </a:lnTo>
                  <a:lnTo>
                    <a:pt x="273322" y="356374"/>
                  </a:lnTo>
                  <a:lnTo>
                    <a:pt x="235705" y="372241"/>
                  </a:lnTo>
                  <a:lnTo>
                    <a:pt x="195659" y="382306"/>
                  </a:lnTo>
                  <a:lnTo>
                    <a:pt x="153454" y="385825"/>
                  </a:lnTo>
                  <a:lnTo>
                    <a:pt x="267333" y="385825"/>
                  </a:lnTo>
                  <a:lnTo>
                    <a:pt x="284259" y="378906"/>
                  </a:lnTo>
                  <a:lnTo>
                    <a:pt x="322643" y="355587"/>
                  </a:lnTo>
                  <a:lnTo>
                    <a:pt x="329110" y="351275"/>
                  </a:lnTo>
                  <a:lnTo>
                    <a:pt x="329120" y="341198"/>
                  </a:lnTo>
                  <a:lnTo>
                    <a:pt x="321919" y="333997"/>
                  </a:lnTo>
                  <a:lnTo>
                    <a:pt x="318325" y="332562"/>
                  </a:lnTo>
                  <a:close/>
                </a:path>
                <a:path w="495300" h="409575">
                  <a:moveTo>
                    <a:pt x="483340" y="81343"/>
                  </a:moveTo>
                  <a:lnTo>
                    <a:pt x="450799" y="81343"/>
                  </a:lnTo>
                  <a:lnTo>
                    <a:pt x="444143" y="87820"/>
                  </a:lnTo>
                  <a:lnTo>
                    <a:pt x="437202" y="94118"/>
                  </a:lnTo>
                  <a:lnTo>
                    <a:pt x="429834" y="100169"/>
                  </a:lnTo>
                  <a:lnTo>
                    <a:pt x="421995" y="105816"/>
                  </a:lnTo>
                  <a:lnTo>
                    <a:pt x="418388" y="108699"/>
                  </a:lnTo>
                  <a:lnTo>
                    <a:pt x="416953" y="113017"/>
                  </a:lnTo>
                  <a:lnTo>
                    <a:pt x="416953" y="120929"/>
                  </a:lnTo>
                  <a:lnTo>
                    <a:pt x="412251" y="170440"/>
                  </a:lnTo>
                  <a:lnTo>
                    <a:pt x="398775" y="216846"/>
                  </a:lnTo>
                  <a:lnTo>
                    <a:pt x="377471" y="259203"/>
                  </a:lnTo>
                  <a:lnTo>
                    <a:pt x="349288" y="296570"/>
                  </a:lnTo>
                  <a:lnTo>
                    <a:pt x="344957" y="301612"/>
                  </a:lnTo>
                  <a:lnTo>
                    <a:pt x="344957" y="309524"/>
                  </a:lnTo>
                  <a:lnTo>
                    <a:pt x="351447" y="316001"/>
                  </a:lnTo>
                  <a:lnTo>
                    <a:pt x="354317" y="316725"/>
                  </a:lnTo>
                  <a:lnTo>
                    <a:pt x="360794" y="316725"/>
                  </a:lnTo>
                  <a:lnTo>
                    <a:pt x="397699" y="271476"/>
                  </a:lnTo>
                  <a:lnTo>
                    <a:pt x="420738" y="224858"/>
                  </a:lnTo>
                  <a:lnTo>
                    <a:pt x="435404" y="174866"/>
                  </a:lnTo>
                  <a:lnTo>
                    <a:pt x="441426" y="122377"/>
                  </a:lnTo>
                  <a:lnTo>
                    <a:pt x="456852" y="109925"/>
                  </a:lnTo>
                  <a:lnTo>
                    <a:pt x="470860" y="96191"/>
                  </a:lnTo>
                  <a:lnTo>
                    <a:pt x="483340" y="81343"/>
                  </a:lnTo>
                  <a:close/>
                </a:path>
                <a:path w="495300" h="409575">
                  <a:moveTo>
                    <a:pt x="77850" y="167004"/>
                  </a:moveTo>
                  <a:lnTo>
                    <a:pt x="41147" y="167004"/>
                  </a:lnTo>
                  <a:lnTo>
                    <a:pt x="48167" y="168058"/>
                  </a:lnTo>
                  <a:lnTo>
                    <a:pt x="55187" y="168978"/>
                  </a:lnTo>
                  <a:lnTo>
                    <a:pt x="62207" y="169628"/>
                  </a:lnTo>
                  <a:lnTo>
                    <a:pt x="69227" y="169875"/>
                  </a:lnTo>
                  <a:lnTo>
                    <a:pt x="74980" y="169875"/>
                  </a:lnTo>
                  <a:lnTo>
                    <a:pt x="77850" y="167004"/>
                  </a:lnTo>
                  <a:close/>
                </a:path>
                <a:path w="495300" h="409575">
                  <a:moveTo>
                    <a:pt x="36106" y="17995"/>
                  </a:moveTo>
                  <a:lnTo>
                    <a:pt x="29629" y="17995"/>
                  </a:lnTo>
                  <a:lnTo>
                    <a:pt x="24587" y="20878"/>
                  </a:lnTo>
                  <a:lnTo>
                    <a:pt x="23152" y="24472"/>
                  </a:lnTo>
                  <a:lnTo>
                    <a:pt x="18314" y="36174"/>
                  </a:lnTo>
                  <a:lnTo>
                    <a:pt x="14692" y="48412"/>
                  </a:lnTo>
                  <a:lnTo>
                    <a:pt x="12420" y="60916"/>
                  </a:lnTo>
                  <a:lnTo>
                    <a:pt x="11633" y="73418"/>
                  </a:lnTo>
                  <a:lnTo>
                    <a:pt x="12972" y="91453"/>
                  </a:lnTo>
                  <a:lnTo>
                    <a:pt x="16922" y="108516"/>
                  </a:lnTo>
                  <a:lnTo>
                    <a:pt x="16981" y="108699"/>
                  </a:lnTo>
                  <a:lnTo>
                    <a:pt x="23479" y="124541"/>
                  </a:lnTo>
                  <a:lnTo>
                    <a:pt x="32511" y="138925"/>
                  </a:lnTo>
                  <a:lnTo>
                    <a:pt x="63431" y="138925"/>
                  </a:lnTo>
                  <a:lnTo>
                    <a:pt x="56809" y="133649"/>
                  </a:lnTo>
                  <a:lnTo>
                    <a:pt x="43670" y="116162"/>
                  </a:lnTo>
                  <a:lnTo>
                    <a:pt x="35391" y="95838"/>
                  </a:lnTo>
                  <a:lnTo>
                    <a:pt x="32582" y="73964"/>
                  </a:lnTo>
                  <a:lnTo>
                    <a:pt x="32524" y="66811"/>
                  </a:lnTo>
                  <a:lnTo>
                    <a:pt x="33223" y="59029"/>
                  </a:lnTo>
                  <a:lnTo>
                    <a:pt x="36106" y="51828"/>
                  </a:lnTo>
                  <a:lnTo>
                    <a:pt x="74792" y="51828"/>
                  </a:lnTo>
                  <a:lnTo>
                    <a:pt x="68181" y="46786"/>
                  </a:lnTo>
                  <a:lnTo>
                    <a:pt x="43306" y="22326"/>
                  </a:lnTo>
                  <a:lnTo>
                    <a:pt x="41147" y="20878"/>
                  </a:lnTo>
                  <a:lnTo>
                    <a:pt x="38988" y="18719"/>
                  </a:lnTo>
                  <a:lnTo>
                    <a:pt x="36106" y="17995"/>
                  </a:lnTo>
                  <a:close/>
                </a:path>
                <a:path w="495300" h="409575">
                  <a:moveTo>
                    <a:pt x="74792" y="51828"/>
                  </a:moveTo>
                  <a:lnTo>
                    <a:pt x="36106" y="51828"/>
                  </a:lnTo>
                  <a:lnTo>
                    <a:pt x="60744" y="73964"/>
                  </a:lnTo>
                  <a:lnTo>
                    <a:pt x="117307" y="108516"/>
                  </a:lnTo>
                  <a:lnTo>
                    <a:pt x="172795" y="128436"/>
                  </a:lnTo>
                  <a:lnTo>
                    <a:pt x="205295" y="134607"/>
                  </a:lnTo>
                  <a:lnTo>
                    <a:pt x="216814" y="134607"/>
                  </a:lnTo>
                  <a:lnTo>
                    <a:pt x="221856" y="131013"/>
                  </a:lnTo>
                  <a:lnTo>
                    <a:pt x="223291" y="125971"/>
                  </a:lnTo>
                  <a:lnTo>
                    <a:pt x="224015" y="125247"/>
                  </a:lnTo>
                  <a:lnTo>
                    <a:pt x="224015" y="119494"/>
                  </a:lnTo>
                  <a:lnTo>
                    <a:pt x="225920" y="110134"/>
                  </a:lnTo>
                  <a:lnTo>
                    <a:pt x="203136" y="110134"/>
                  </a:lnTo>
                  <a:lnTo>
                    <a:pt x="158495" y="98615"/>
                  </a:lnTo>
                  <a:lnTo>
                    <a:pt x="96043" y="68029"/>
                  </a:lnTo>
                  <a:lnTo>
                    <a:pt x="74792" y="51828"/>
                  </a:lnTo>
                  <a:close/>
                </a:path>
                <a:path w="495300" h="409575">
                  <a:moveTo>
                    <a:pt x="324078" y="0"/>
                  </a:moveTo>
                  <a:lnTo>
                    <a:pt x="279471" y="8503"/>
                  </a:lnTo>
                  <a:lnTo>
                    <a:pt x="242014" y="31854"/>
                  </a:lnTo>
                  <a:lnTo>
                    <a:pt x="215354" y="66811"/>
                  </a:lnTo>
                  <a:lnTo>
                    <a:pt x="203136" y="110134"/>
                  </a:lnTo>
                  <a:lnTo>
                    <a:pt x="225920" y="110134"/>
                  </a:lnTo>
                  <a:lnTo>
                    <a:pt x="231596" y="82257"/>
                  </a:lnTo>
                  <a:lnTo>
                    <a:pt x="252271" y="51563"/>
                  </a:lnTo>
                  <a:lnTo>
                    <a:pt x="282935" y="30720"/>
                  </a:lnTo>
                  <a:lnTo>
                    <a:pt x="320484" y="23037"/>
                  </a:lnTo>
                  <a:lnTo>
                    <a:pt x="395282" y="23037"/>
                  </a:lnTo>
                  <a:lnTo>
                    <a:pt x="387561" y="17011"/>
                  </a:lnTo>
                  <a:lnTo>
                    <a:pt x="367728" y="7380"/>
                  </a:lnTo>
                  <a:lnTo>
                    <a:pt x="346409" y="1800"/>
                  </a:lnTo>
                  <a:lnTo>
                    <a:pt x="324078" y="0"/>
                  </a:lnTo>
                  <a:close/>
                </a:path>
                <a:path w="495300" h="409575">
                  <a:moveTo>
                    <a:pt x="467779" y="47510"/>
                  </a:moveTo>
                  <a:lnTo>
                    <a:pt x="435673" y="47510"/>
                  </a:lnTo>
                  <a:lnTo>
                    <a:pt x="430668" y="51923"/>
                  </a:lnTo>
                  <a:lnTo>
                    <a:pt x="425326" y="56334"/>
                  </a:lnTo>
                  <a:lnTo>
                    <a:pt x="419578" y="60473"/>
                  </a:lnTo>
                  <a:lnTo>
                    <a:pt x="413359" y="64071"/>
                  </a:lnTo>
                  <a:lnTo>
                    <a:pt x="408317" y="67665"/>
                  </a:lnTo>
                  <a:lnTo>
                    <a:pt x="406158" y="73418"/>
                  </a:lnTo>
                  <a:lnTo>
                    <a:pt x="408317" y="79895"/>
                  </a:lnTo>
                  <a:lnTo>
                    <a:pt x="410476" y="84226"/>
                  </a:lnTo>
                  <a:lnTo>
                    <a:pt x="416229" y="87820"/>
                  </a:lnTo>
                  <a:lnTo>
                    <a:pt x="421271" y="87820"/>
                  </a:lnTo>
                  <a:lnTo>
                    <a:pt x="428821" y="86403"/>
                  </a:lnTo>
                  <a:lnTo>
                    <a:pt x="436302" y="85120"/>
                  </a:lnTo>
                  <a:lnTo>
                    <a:pt x="443649" y="83568"/>
                  </a:lnTo>
                  <a:lnTo>
                    <a:pt x="450799" y="81343"/>
                  </a:lnTo>
                  <a:lnTo>
                    <a:pt x="483340" y="81343"/>
                  </a:lnTo>
                  <a:lnTo>
                    <a:pt x="483651" y="80973"/>
                  </a:lnTo>
                  <a:lnTo>
                    <a:pt x="495299" y="64253"/>
                  </a:lnTo>
                  <a:lnTo>
                    <a:pt x="495299" y="54711"/>
                  </a:lnTo>
                  <a:lnTo>
                    <a:pt x="463029" y="54711"/>
                  </a:lnTo>
                  <a:lnTo>
                    <a:pt x="467329" y="48285"/>
                  </a:lnTo>
                  <a:lnTo>
                    <a:pt x="467779" y="47510"/>
                  </a:lnTo>
                  <a:close/>
                </a:path>
                <a:path w="495300" h="409575">
                  <a:moveTo>
                    <a:pt x="395282" y="23037"/>
                  </a:moveTo>
                  <a:lnTo>
                    <a:pt x="320484" y="23037"/>
                  </a:lnTo>
                  <a:lnTo>
                    <a:pt x="339586" y="25017"/>
                  </a:lnTo>
                  <a:lnTo>
                    <a:pt x="357741" y="30775"/>
                  </a:lnTo>
                  <a:lnTo>
                    <a:pt x="374546" y="40043"/>
                  </a:lnTo>
                  <a:lnTo>
                    <a:pt x="389597" y="52552"/>
                  </a:lnTo>
                  <a:lnTo>
                    <a:pt x="391756" y="54711"/>
                  </a:lnTo>
                  <a:lnTo>
                    <a:pt x="394639" y="56146"/>
                  </a:lnTo>
                  <a:lnTo>
                    <a:pt x="398957" y="56146"/>
                  </a:lnTo>
                  <a:lnTo>
                    <a:pt x="400392" y="55435"/>
                  </a:lnTo>
                  <a:lnTo>
                    <a:pt x="409552" y="53893"/>
                  </a:lnTo>
                  <a:lnTo>
                    <a:pt x="418576" y="52282"/>
                  </a:lnTo>
                  <a:lnTo>
                    <a:pt x="427328" y="50266"/>
                  </a:lnTo>
                  <a:lnTo>
                    <a:pt x="435673" y="47510"/>
                  </a:lnTo>
                  <a:lnTo>
                    <a:pt x="467779" y="47510"/>
                  </a:lnTo>
                  <a:lnTo>
                    <a:pt x="471490" y="41121"/>
                  </a:lnTo>
                  <a:lnTo>
                    <a:pt x="475380" y="33553"/>
                  </a:lnTo>
                  <a:lnTo>
                    <a:pt x="476563" y="30962"/>
                  </a:lnTo>
                  <a:lnTo>
                    <a:pt x="405434" y="30962"/>
                  </a:lnTo>
                  <a:lnTo>
                    <a:pt x="395282" y="23037"/>
                  </a:lnTo>
                  <a:close/>
                </a:path>
                <a:path w="495300" h="409575">
                  <a:moveTo>
                    <a:pt x="490385" y="46786"/>
                  </a:moveTo>
                  <a:lnTo>
                    <a:pt x="483164" y="46796"/>
                  </a:lnTo>
                  <a:lnTo>
                    <a:pt x="481749" y="47510"/>
                  </a:lnTo>
                  <a:lnTo>
                    <a:pt x="475272" y="50393"/>
                  </a:lnTo>
                  <a:lnTo>
                    <a:pt x="468795" y="52552"/>
                  </a:lnTo>
                  <a:lnTo>
                    <a:pt x="463029" y="54711"/>
                  </a:lnTo>
                  <a:lnTo>
                    <a:pt x="495299" y="54711"/>
                  </a:lnTo>
                  <a:lnTo>
                    <a:pt x="495299" y="49542"/>
                  </a:lnTo>
                  <a:lnTo>
                    <a:pt x="493267" y="47510"/>
                  </a:lnTo>
                  <a:lnTo>
                    <a:pt x="490385" y="46786"/>
                  </a:lnTo>
                  <a:close/>
                </a:path>
                <a:path w="495300" h="409575">
                  <a:moveTo>
                    <a:pt x="470230" y="9359"/>
                  </a:moveTo>
                  <a:lnTo>
                    <a:pt x="463753" y="9359"/>
                  </a:lnTo>
                  <a:lnTo>
                    <a:pt x="462318" y="10794"/>
                  </a:lnTo>
                  <a:lnTo>
                    <a:pt x="448354" y="17995"/>
                  </a:lnTo>
                  <a:lnTo>
                    <a:pt x="434409" y="23574"/>
                  </a:lnTo>
                  <a:lnTo>
                    <a:pt x="420191" y="27807"/>
                  </a:lnTo>
                  <a:lnTo>
                    <a:pt x="405434" y="30962"/>
                  </a:lnTo>
                  <a:lnTo>
                    <a:pt x="476563" y="30962"/>
                  </a:lnTo>
                  <a:lnTo>
                    <a:pt x="478866" y="25920"/>
                  </a:lnTo>
                  <a:lnTo>
                    <a:pt x="479466" y="22326"/>
                  </a:lnTo>
                  <a:lnTo>
                    <a:pt x="479590" y="16560"/>
                  </a:lnTo>
                  <a:lnTo>
                    <a:pt x="476707" y="12953"/>
                  </a:lnTo>
                  <a:lnTo>
                    <a:pt x="473836" y="10083"/>
                  </a:lnTo>
                  <a:lnTo>
                    <a:pt x="470230" y="9359"/>
                  </a:lnTo>
                  <a:close/>
                </a:path>
              </a:pathLst>
            </a:custGeom>
            <a:solidFill>
              <a:srgbClr val="F3F3F3"/>
            </a:solidFill>
          </p:spPr>
          <p:txBody>
            <a:bodyPr wrap="square" lIns="0" tIns="0" rIns="0" bIns="0" rtlCol="0"/>
            <a:lstStyle/>
            <a:p>
              <a:endParaRPr/>
            </a:p>
          </p:txBody>
        </p:sp>
      </p:grpSp>
      <p:sp>
        <p:nvSpPr>
          <p:cNvPr id="19" name="object 19"/>
          <p:cNvSpPr txBox="1">
            <a:spLocks noGrp="1"/>
          </p:cNvSpPr>
          <p:nvPr>
            <p:ph type="title"/>
          </p:nvPr>
        </p:nvSpPr>
        <p:spPr>
          <a:xfrm>
            <a:off x="6917321" y="1460373"/>
            <a:ext cx="4453255" cy="1854835"/>
          </a:xfrm>
          <a:prstGeom prst="rect">
            <a:avLst/>
          </a:prstGeom>
        </p:spPr>
        <p:txBody>
          <a:bodyPr vert="horz" wrap="square" lIns="0" tIns="12700" rIns="0" bIns="0" rtlCol="0">
            <a:spAutoFit/>
          </a:bodyPr>
          <a:lstStyle/>
          <a:p>
            <a:pPr marL="12700">
              <a:lnSpc>
                <a:spcPct val="100000"/>
              </a:lnSpc>
              <a:spcBef>
                <a:spcPts val="100"/>
              </a:spcBef>
            </a:pPr>
            <a:r>
              <a:rPr sz="12000" spc="-1639" dirty="0">
                <a:solidFill>
                  <a:srgbClr val="36D636"/>
                </a:solidFill>
              </a:rPr>
              <a:t>Thanks!</a:t>
            </a:r>
            <a:endParaRPr sz="12000"/>
          </a:p>
        </p:txBody>
      </p:sp>
      <p:sp>
        <p:nvSpPr>
          <p:cNvPr id="20" name="object 20"/>
          <p:cNvSpPr txBox="1"/>
          <p:nvPr/>
        </p:nvSpPr>
        <p:spPr>
          <a:xfrm>
            <a:off x="7143258" y="3570757"/>
            <a:ext cx="4001135" cy="484941"/>
          </a:xfrm>
          <a:prstGeom prst="rect">
            <a:avLst/>
          </a:prstGeom>
        </p:spPr>
        <p:txBody>
          <a:bodyPr vert="horz" wrap="square" lIns="0" tIns="12700" rIns="0" bIns="0" rtlCol="0">
            <a:spAutoFit/>
          </a:bodyPr>
          <a:lstStyle/>
          <a:p>
            <a:pPr algn="ctr">
              <a:lnSpc>
                <a:spcPts val="3765"/>
              </a:lnSpc>
              <a:spcBef>
                <a:spcPts val="100"/>
              </a:spcBef>
            </a:pPr>
            <a:r>
              <a:rPr sz="3150" b="1" dirty="0">
                <a:latin typeface="Source Sans 3"/>
                <a:cs typeface="Source Sans 3"/>
              </a:rPr>
              <a:t>ANY</a:t>
            </a:r>
            <a:r>
              <a:rPr sz="3150" b="1" spc="-60" dirty="0">
                <a:latin typeface="Source Sans 3"/>
                <a:cs typeface="Source Sans 3"/>
              </a:rPr>
              <a:t> </a:t>
            </a:r>
            <a:r>
              <a:rPr sz="3150" b="1" spc="-10" dirty="0">
                <a:latin typeface="Source Sans 3"/>
                <a:cs typeface="Source Sans 3"/>
              </a:rPr>
              <a:t>QUESTIONS?</a:t>
            </a:r>
            <a:endParaRPr sz="3150" dirty="0">
              <a:latin typeface="Source Sans 3"/>
              <a:cs typeface="Source Sans 3"/>
            </a:endParaRPr>
          </a:p>
        </p:txBody>
      </p:sp>
      <p:grpSp>
        <p:nvGrpSpPr>
          <p:cNvPr id="21" name="object 21"/>
          <p:cNvGrpSpPr/>
          <p:nvPr/>
        </p:nvGrpSpPr>
        <p:grpSpPr>
          <a:xfrm>
            <a:off x="8403120" y="6500190"/>
            <a:ext cx="474980" cy="474980"/>
            <a:chOff x="8403120" y="6500190"/>
            <a:chExt cx="474980" cy="474980"/>
          </a:xfrm>
        </p:grpSpPr>
        <p:sp>
          <p:nvSpPr>
            <p:cNvPr id="22" name="object 22"/>
            <p:cNvSpPr/>
            <p:nvPr/>
          </p:nvSpPr>
          <p:spPr>
            <a:xfrm>
              <a:off x="8403120" y="6500190"/>
              <a:ext cx="474980" cy="474980"/>
            </a:xfrm>
            <a:custGeom>
              <a:avLst/>
              <a:gdLst/>
              <a:ahLst/>
              <a:cxnLst/>
              <a:rect l="l" t="t" r="r" b="b"/>
              <a:pathLst>
                <a:path w="474979" h="474979">
                  <a:moveTo>
                    <a:pt x="374383" y="0"/>
                  </a:moveTo>
                  <a:lnTo>
                    <a:pt x="100076" y="0"/>
                  </a:lnTo>
                  <a:lnTo>
                    <a:pt x="61046" y="7841"/>
                  </a:lnTo>
                  <a:lnTo>
                    <a:pt x="29244" y="29249"/>
                  </a:lnTo>
                  <a:lnTo>
                    <a:pt x="7839" y="61052"/>
                  </a:lnTo>
                  <a:lnTo>
                    <a:pt x="0" y="100076"/>
                  </a:lnTo>
                  <a:lnTo>
                    <a:pt x="0" y="374396"/>
                  </a:lnTo>
                  <a:lnTo>
                    <a:pt x="7839" y="413419"/>
                  </a:lnTo>
                  <a:lnTo>
                    <a:pt x="29244" y="445222"/>
                  </a:lnTo>
                  <a:lnTo>
                    <a:pt x="61046" y="466630"/>
                  </a:lnTo>
                  <a:lnTo>
                    <a:pt x="100076" y="474472"/>
                  </a:lnTo>
                  <a:lnTo>
                    <a:pt x="374383" y="474472"/>
                  </a:lnTo>
                  <a:lnTo>
                    <a:pt x="413407" y="466630"/>
                  </a:lnTo>
                  <a:lnTo>
                    <a:pt x="437057" y="450710"/>
                  </a:lnTo>
                  <a:lnTo>
                    <a:pt x="100076" y="450710"/>
                  </a:lnTo>
                  <a:lnTo>
                    <a:pt x="70535" y="444658"/>
                  </a:lnTo>
                  <a:lnTo>
                    <a:pt x="46259" y="428212"/>
                  </a:lnTo>
                  <a:lnTo>
                    <a:pt x="29813" y="403936"/>
                  </a:lnTo>
                  <a:lnTo>
                    <a:pt x="23761" y="374396"/>
                  </a:lnTo>
                  <a:lnTo>
                    <a:pt x="23761" y="100076"/>
                  </a:lnTo>
                  <a:lnTo>
                    <a:pt x="29813" y="70535"/>
                  </a:lnTo>
                  <a:lnTo>
                    <a:pt x="46259" y="46259"/>
                  </a:lnTo>
                  <a:lnTo>
                    <a:pt x="70535" y="29813"/>
                  </a:lnTo>
                  <a:lnTo>
                    <a:pt x="100076" y="23761"/>
                  </a:lnTo>
                  <a:lnTo>
                    <a:pt x="437057" y="23761"/>
                  </a:lnTo>
                  <a:lnTo>
                    <a:pt x="413407" y="7841"/>
                  </a:lnTo>
                  <a:lnTo>
                    <a:pt x="374383" y="0"/>
                  </a:lnTo>
                  <a:close/>
                </a:path>
                <a:path w="474979" h="474979">
                  <a:moveTo>
                    <a:pt x="437057" y="23761"/>
                  </a:moveTo>
                  <a:lnTo>
                    <a:pt x="374383" y="23761"/>
                  </a:lnTo>
                  <a:lnTo>
                    <a:pt x="403923" y="29813"/>
                  </a:lnTo>
                  <a:lnTo>
                    <a:pt x="428199" y="46259"/>
                  </a:lnTo>
                  <a:lnTo>
                    <a:pt x="444645" y="70535"/>
                  </a:lnTo>
                  <a:lnTo>
                    <a:pt x="450697" y="100076"/>
                  </a:lnTo>
                  <a:lnTo>
                    <a:pt x="450697" y="374396"/>
                  </a:lnTo>
                  <a:lnTo>
                    <a:pt x="444645" y="403936"/>
                  </a:lnTo>
                  <a:lnTo>
                    <a:pt x="428199" y="428212"/>
                  </a:lnTo>
                  <a:lnTo>
                    <a:pt x="403923" y="444658"/>
                  </a:lnTo>
                  <a:lnTo>
                    <a:pt x="374383" y="450710"/>
                  </a:lnTo>
                  <a:lnTo>
                    <a:pt x="437057" y="450710"/>
                  </a:lnTo>
                  <a:lnTo>
                    <a:pt x="445209" y="445222"/>
                  </a:lnTo>
                  <a:lnTo>
                    <a:pt x="466618" y="413419"/>
                  </a:lnTo>
                  <a:lnTo>
                    <a:pt x="474459" y="374396"/>
                  </a:lnTo>
                  <a:lnTo>
                    <a:pt x="474459" y="100076"/>
                  </a:lnTo>
                  <a:lnTo>
                    <a:pt x="466618" y="61052"/>
                  </a:lnTo>
                  <a:lnTo>
                    <a:pt x="445209" y="29249"/>
                  </a:lnTo>
                  <a:lnTo>
                    <a:pt x="437057" y="23761"/>
                  </a:lnTo>
                  <a:close/>
                </a:path>
              </a:pathLst>
            </a:custGeom>
            <a:solidFill>
              <a:srgbClr val="F3F3F3"/>
            </a:solidFill>
          </p:spPr>
          <p:txBody>
            <a:bodyPr wrap="square" lIns="0" tIns="0" rIns="0" bIns="0" rtlCol="0"/>
            <a:lstStyle/>
            <a:p>
              <a:endParaRPr/>
            </a:p>
          </p:txBody>
        </p:sp>
        <p:pic>
          <p:nvPicPr>
            <p:cNvPr id="23" name="object 23"/>
            <p:cNvPicPr/>
            <p:nvPr/>
          </p:nvPicPr>
          <p:blipFill>
            <a:blip r:embed="rId3" cstate="print"/>
            <a:stretch>
              <a:fillRect/>
            </a:stretch>
          </p:blipFill>
          <p:spPr>
            <a:xfrm>
              <a:off x="8517598" y="6561391"/>
              <a:ext cx="285826" cy="300951"/>
            </a:xfrm>
            <a:prstGeom prst="rect">
              <a:avLst/>
            </a:prstGeom>
          </p:spPr>
        </p:pic>
      </p:grpSp>
      <p:grpSp>
        <p:nvGrpSpPr>
          <p:cNvPr id="24" name="object 24"/>
          <p:cNvGrpSpPr/>
          <p:nvPr/>
        </p:nvGrpSpPr>
        <p:grpSpPr>
          <a:xfrm>
            <a:off x="9412554" y="6518199"/>
            <a:ext cx="121285" cy="410845"/>
            <a:chOff x="9412554" y="6518199"/>
            <a:chExt cx="121285" cy="410845"/>
          </a:xfrm>
        </p:grpSpPr>
        <p:sp>
          <p:nvSpPr>
            <p:cNvPr id="25" name="object 25"/>
            <p:cNvSpPr/>
            <p:nvPr/>
          </p:nvSpPr>
          <p:spPr>
            <a:xfrm>
              <a:off x="9428391" y="6662166"/>
              <a:ext cx="105410" cy="266700"/>
            </a:xfrm>
            <a:custGeom>
              <a:avLst/>
              <a:gdLst/>
              <a:ahLst/>
              <a:cxnLst/>
              <a:rect l="l" t="t" r="r" b="b"/>
              <a:pathLst>
                <a:path w="105409" h="266700">
                  <a:moveTo>
                    <a:pt x="100063" y="0"/>
                  </a:moveTo>
                  <a:lnTo>
                    <a:pt x="6489" y="0"/>
                  </a:lnTo>
                  <a:lnTo>
                    <a:pt x="0" y="5041"/>
                  </a:lnTo>
                  <a:lnTo>
                    <a:pt x="0" y="259867"/>
                  </a:lnTo>
                  <a:lnTo>
                    <a:pt x="5041" y="266357"/>
                  </a:lnTo>
                  <a:lnTo>
                    <a:pt x="99352" y="266357"/>
                  </a:lnTo>
                  <a:lnTo>
                    <a:pt x="105105" y="260591"/>
                  </a:lnTo>
                  <a:lnTo>
                    <a:pt x="105105" y="241160"/>
                  </a:lnTo>
                  <a:lnTo>
                    <a:pt x="25196" y="241160"/>
                  </a:lnTo>
                  <a:lnTo>
                    <a:pt x="25196" y="23761"/>
                  </a:lnTo>
                  <a:lnTo>
                    <a:pt x="105105" y="23761"/>
                  </a:lnTo>
                  <a:lnTo>
                    <a:pt x="105105" y="5041"/>
                  </a:lnTo>
                  <a:lnTo>
                    <a:pt x="100063" y="0"/>
                  </a:lnTo>
                  <a:close/>
                </a:path>
                <a:path w="105409" h="266700">
                  <a:moveTo>
                    <a:pt x="105105" y="23761"/>
                  </a:moveTo>
                  <a:lnTo>
                    <a:pt x="82067" y="23761"/>
                  </a:lnTo>
                  <a:lnTo>
                    <a:pt x="82067" y="241160"/>
                  </a:lnTo>
                  <a:lnTo>
                    <a:pt x="105105" y="241160"/>
                  </a:lnTo>
                  <a:lnTo>
                    <a:pt x="105105" y="23761"/>
                  </a:lnTo>
                  <a:close/>
                </a:path>
              </a:pathLst>
            </a:custGeom>
            <a:solidFill>
              <a:srgbClr val="F3F3F3"/>
            </a:solidFill>
          </p:spPr>
          <p:txBody>
            <a:bodyPr wrap="square" lIns="0" tIns="0" rIns="0" bIns="0" rtlCol="0"/>
            <a:lstStyle/>
            <a:p>
              <a:endParaRPr/>
            </a:p>
          </p:txBody>
        </p:sp>
        <p:pic>
          <p:nvPicPr>
            <p:cNvPr id="26" name="object 26"/>
            <p:cNvPicPr/>
            <p:nvPr/>
          </p:nvPicPr>
          <p:blipFill>
            <a:blip r:embed="rId4" cstate="print"/>
            <a:stretch>
              <a:fillRect/>
            </a:stretch>
          </p:blipFill>
          <p:spPr>
            <a:xfrm>
              <a:off x="9412554" y="6518199"/>
              <a:ext cx="120942" cy="120929"/>
            </a:xfrm>
            <a:prstGeom prst="rect">
              <a:avLst/>
            </a:prstGeom>
          </p:spPr>
        </p:pic>
      </p:grpSp>
      <p:sp>
        <p:nvSpPr>
          <p:cNvPr id="27" name="object 27"/>
          <p:cNvSpPr/>
          <p:nvPr/>
        </p:nvSpPr>
        <p:spPr>
          <a:xfrm>
            <a:off x="9589655" y="6662166"/>
            <a:ext cx="282575" cy="266700"/>
          </a:xfrm>
          <a:custGeom>
            <a:avLst/>
            <a:gdLst/>
            <a:ahLst/>
            <a:cxnLst/>
            <a:rect l="l" t="t" r="r" b="b"/>
            <a:pathLst>
              <a:path w="282575" h="266700">
                <a:moveTo>
                  <a:pt x="156933" y="0"/>
                </a:moveTo>
                <a:lnTo>
                  <a:pt x="138965" y="1080"/>
                </a:lnTo>
                <a:lnTo>
                  <a:pt x="121742" y="4321"/>
                </a:lnTo>
                <a:lnTo>
                  <a:pt x="105195" y="9719"/>
                </a:lnTo>
                <a:lnTo>
                  <a:pt x="89255" y="17272"/>
                </a:lnTo>
                <a:lnTo>
                  <a:pt x="89255" y="5765"/>
                </a:lnTo>
                <a:lnTo>
                  <a:pt x="84213" y="0"/>
                </a:lnTo>
                <a:lnTo>
                  <a:pt x="12954" y="0"/>
                </a:lnTo>
                <a:lnTo>
                  <a:pt x="6477" y="0"/>
                </a:lnTo>
                <a:lnTo>
                  <a:pt x="0" y="5041"/>
                </a:lnTo>
                <a:lnTo>
                  <a:pt x="0" y="259867"/>
                </a:lnTo>
                <a:lnTo>
                  <a:pt x="5753" y="266357"/>
                </a:lnTo>
                <a:lnTo>
                  <a:pt x="99339" y="266357"/>
                </a:lnTo>
                <a:lnTo>
                  <a:pt x="105816" y="260591"/>
                </a:lnTo>
                <a:lnTo>
                  <a:pt x="105816" y="167005"/>
                </a:lnTo>
                <a:lnTo>
                  <a:pt x="107200" y="145492"/>
                </a:lnTo>
                <a:lnTo>
                  <a:pt x="112568" y="125529"/>
                </a:lnTo>
                <a:lnTo>
                  <a:pt x="123738" y="110830"/>
                </a:lnTo>
                <a:lnTo>
                  <a:pt x="142532" y="105105"/>
                </a:lnTo>
                <a:lnTo>
                  <a:pt x="156838" y="108356"/>
                </a:lnTo>
                <a:lnTo>
                  <a:pt x="166825" y="117073"/>
                </a:lnTo>
                <a:lnTo>
                  <a:pt x="173305" y="129702"/>
                </a:lnTo>
                <a:lnTo>
                  <a:pt x="177088" y="144691"/>
                </a:lnTo>
                <a:lnTo>
                  <a:pt x="177800" y="151168"/>
                </a:lnTo>
                <a:lnTo>
                  <a:pt x="182841" y="155486"/>
                </a:lnTo>
                <a:lnTo>
                  <a:pt x="195795" y="155486"/>
                </a:lnTo>
                <a:lnTo>
                  <a:pt x="201561" y="149021"/>
                </a:lnTo>
                <a:lnTo>
                  <a:pt x="199402" y="141808"/>
                </a:lnTo>
                <a:lnTo>
                  <a:pt x="192413" y="115854"/>
                </a:lnTo>
                <a:lnTo>
                  <a:pt x="180230" y="96647"/>
                </a:lnTo>
                <a:lnTo>
                  <a:pt x="163053" y="84726"/>
                </a:lnTo>
                <a:lnTo>
                  <a:pt x="141084" y="80632"/>
                </a:lnTo>
                <a:lnTo>
                  <a:pt x="115541" y="86536"/>
                </a:lnTo>
                <a:lnTo>
                  <a:pt x="96545" y="103573"/>
                </a:lnTo>
                <a:lnTo>
                  <a:pt x="84702" y="130733"/>
                </a:lnTo>
                <a:lnTo>
                  <a:pt x="80619" y="167005"/>
                </a:lnTo>
                <a:lnTo>
                  <a:pt x="80619" y="241160"/>
                </a:lnTo>
                <a:lnTo>
                  <a:pt x="23749" y="241160"/>
                </a:lnTo>
                <a:lnTo>
                  <a:pt x="23749" y="24472"/>
                </a:lnTo>
                <a:lnTo>
                  <a:pt x="64058" y="24472"/>
                </a:lnTo>
                <a:lnTo>
                  <a:pt x="64058" y="43916"/>
                </a:lnTo>
                <a:lnTo>
                  <a:pt x="64782" y="47510"/>
                </a:lnTo>
                <a:lnTo>
                  <a:pt x="68376" y="49669"/>
                </a:lnTo>
                <a:lnTo>
                  <a:pt x="70535" y="51117"/>
                </a:lnTo>
                <a:lnTo>
                  <a:pt x="72707" y="51828"/>
                </a:lnTo>
                <a:lnTo>
                  <a:pt x="77736" y="51828"/>
                </a:lnTo>
                <a:lnTo>
                  <a:pt x="80619" y="51117"/>
                </a:lnTo>
                <a:lnTo>
                  <a:pt x="99213" y="38751"/>
                </a:lnTo>
                <a:lnTo>
                  <a:pt x="117065" y="30865"/>
                </a:lnTo>
                <a:lnTo>
                  <a:pt x="136131" y="26082"/>
                </a:lnTo>
                <a:lnTo>
                  <a:pt x="156210" y="24472"/>
                </a:lnTo>
                <a:lnTo>
                  <a:pt x="200696" y="34584"/>
                </a:lnTo>
                <a:lnTo>
                  <a:pt x="231887" y="61096"/>
                </a:lnTo>
                <a:lnTo>
                  <a:pt x="250255" y="98271"/>
                </a:lnTo>
                <a:lnTo>
                  <a:pt x="256273" y="140373"/>
                </a:lnTo>
                <a:lnTo>
                  <a:pt x="256273" y="241160"/>
                </a:lnTo>
                <a:lnTo>
                  <a:pt x="199402" y="241160"/>
                </a:lnTo>
                <a:lnTo>
                  <a:pt x="199402" y="195084"/>
                </a:lnTo>
                <a:lnTo>
                  <a:pt x="194360" y="190042"/>
                </a:lnTo>
                <a:lnTo>
                  <a:pt x="182118" y="190042"/>
                </a:lnTo>
                <a:lnTo>
                  <a:pt x="177088" y="195084"/>
                </a:lnTo>
                <a:lnTo>
                  <a:pt x="177088" y="259156"/>
                </a:lnTo>
                <a:lnTo>
                  <a:pt x="182118" y="264909"/>
                </a:lnTo>
                <a:lnTo>
                  <a:pt x="276428" y="264909"/>
                </a:lnTo>
                <a:lnTo>
                  <a:pt x="282194" y="259867"/>
                </a:lnTo>
                <a:lnTo>
                  <a:pt x="282194" y="139649"/>
                </a:lnTo>
                <a:lnTo>
                  <a:pt x="276354" y="93338"/>
                </a:lnTo>
                <a:lnTo>
                  <a:pt x="259664" y="54732"/>
                </a:lnTo>
                <a:lnTo>
                  <a:pt x="233367" y="25316"/>
                </a:lnTo>
                <a:lnTo>
                  <a:pt x="198709" y="6576"/>
                </a:lnTo>
                <a:lnTo>
                  <a:pt x="156933" y="0"/>
                </a:lnTo>
                <a:close/>
              </a:path>
            </a:pathLst>
          </a:custGeom>
          <a:solidFill>
            <a:srgbClr val="F3F3F3"/>
          </a:solidFill>
        </p:spPr>
        <p:txBody>
          <a:bodyPr wrap="square" lIns="0" tIns="0" rIns="0" bIns="0" rtlCol="0"/>
          <a:lstStyle/>
          <a:p>
            <a:endParaRPr/>
          </a:p>
        </p:txBody>
      </p:sp>
      <p:grpSp>
        <p:nvGrpSpPr>
          <p:cNvPr id="28" name="object 28"/>
          <p:cNvGrpSpPr/>
          <p:nvPr/>
        </p:nvGrpSpPr>
        <p:grpSpPr>
          <a:xfrm>
            <a:off x="7241033" y="6329554"/>
            <a:ext cx="817880" cy="817880"/>
            <a:chOff x="7241033" y="6329554"/>
            <a:chExt cx="817880" cy="817880"/>
          </a:xfrm>
        </p:grpSpPr>
        <p:sp>
          <p:nvSpPr>
            <p:cNvPr id="29" name="object 29"/>
            <p:cNvSpPr/>
            <p:nvPr/>
          </p:nvSpPr>
          <p:spPr>
            <a:xfrm>
              <a:off x="7250391" y="6338913"/>
              <a:ext cx="799465" cy="799465"/>
            </a:xfrm>
            <a:custGeom>
              <a:avLst/>
              <a:gdLst/>
              <a:ahLst/>
              <a:cxnLst/>
              <a:rect l="l" t="t" r="r" b="b"/>
              <a:pathLst>
                <a:path w="799465" h="799465">
                  <a:moveTo>
                    <a:pt x="799096" y="0"/>
                  </a:moveTo>
                  <a:lnTo>
                    <a:pt x="0" y="0"/>
                  </a:lnTo>
                  <a:lnTo>
                    <a:pt x="0" y="799084"/>
                  </a:lnTo>
                  <a:lnTo>
                    <a:pt x="399554" y="799084"/>
                  </a:lnTo>
                  <a:lnTo>
                    <a:pt x="799096" y="799084"/>
                  </a:lnTo>
                  <a:lnTo>
                    <a:pt x="799096" y="0"/>
                  </a:lnTo>
                  <a:close/>
                </a:path>
              </a:pathLst>
            </a:custGeom>
            <a:solidFill>
              <a:srgbClr val="959595"/>
            </a:solidFill>
          </p:spPr>
          <p:txBody>
            <a:bodyPr wrap="square" lIns="0" tIns="0" rIns="0" bIns="0" rtlCol="0"/>
            <a:lstStyle/>
            <a:p>
              <a:endParaRPr/>
            </a:p>
          </p:txBody>
        </p:sp>
        <p:sp>
          <p:nvSpPr>
            <p:cNvPr id="30" name="object 30"/>
            <p:cNvSpPr/>
            <p:nvPr/>
          </p:nvSpPr>
          <p:spPr>
            <a:xfrm>
              <a:off x="7250391" y="6338913"/>
              <a:ext cx="799465" cy="799465"/>
            </a:xfrm>
            <a:custGeom>
              <a:avLst/>
              <a:gdLst/>
              <a:ahLst/>
              <a:cxnLst/>
              <a:rect l="l" t="t" r="r" b="b"/>
              <a:pathLst>
                <a:path w="799465" h="799465">
                  <a:moveTo>
                    <a:pt x="399554" y="799084"/>
                  </a:moveTo>
                  <a:lnTo>
                    <a:pt x="0" y="799084"/>
                  </a:lnTo>
                  <a:lnTo>
                    <a:pt x="0" y="0"/>
                  </a:lnTo>
                  <a:lnTo>
                    <a:pt x="799096" y="0"/>
                  </a:lnTo>
                  <a:lnTo>
                    <a:pt x="799096" y="799084"/>
                  </a:lnTo>
                  <a:lnTo>
                    <a:pt x="399554" y="799084"/>
                  </a:lnTo>
                  <a:close/>
                </a:path>
              </a:pathLst>
            </a:custGeom>
            <a:ln w="18717">
              <a:solidFill>
                <a:srgbClr val="36D636"/>
              </a:solidFill>
            </a:ln>
          </p:spPr>
          <p:txBody>
            <a:bodyPr wrap="square" lIns="0" tIns="0" rIns="0" bIns="0" rtlCol="0"/>
            <a:lstStyle/>
            <a:p>
              <a:endParaRPr/>
            </a:p>
          </p:txBody>
        </p:sp>
        <p:sp>
          <p:nvSpPr>
            <p:cNvPr id="31" name="object 31"/>
            <p:cNvSpPr/>
            <p:nvPr/>
          </p:nvSpPr>
          <p:spPr>
            <a:xfrm>
              <a:off x="7364233" y="6517475"/>
              <a:ext cx="571500" cy="438150"/>
            </a:xfrm>
            <a:custGeom>
              <a:avLst/>
              <a:gdLst/>
              <a:ahLst/>
              <a:cxnLst/>
              <a:rect l="l" t="t" r="r" b="b"/>
              <a:pathLst>
                <a:path w="571500" h="438150">
                  <a:moveTo>
                    <a:pt x="285039" y="0"/>
                  </a:moveTo>
                  <a:lnTo>
                    <a:pt x="238035" y="518"/>
                  </a:lnTo>
                  <a:lnTo>
                    <a:pt x="191208" y="2072"/>
                  </a:lnTo>
                  <a:lnTo>
                    <a:pt x="144554" y="4663"/>
                  </a:lnTo>
                  <a:lnTo>
                    <a:pt x="98074" y="8290"/>
                  </a:lnTo>
                  <a:lnTo>
                    <a:pt x="51765" y="12953"/>
                  </a:lnTo>
                  <a:lnTo>
                    <a:pt x="17034" y="36339"/>
                  </a:lnTo>
                  <a:lnTo>
                    <a:pt x="6084" y="98259"/>
                  </a:lnTo>
                  <a:lnTo>
                    <a:pt x="2027" y="147113"/>
                  </a:lnTo>
                  <a:lnTo>
                    <a:pt x="42" y="195075"/>
                  </a:lnTo>
                  <a:lnTo>
                    <a:pt x="0" y="245161"/>
                  </a:lnTo>
                  <a:lnTo>
                    <a:pt x="2027" y="294160"/>
                  </a:lnTo>
                  <a:lnTo>
                    <a:pt x="6083" y="343008"/>
                  </a:lnTo>
                  <a:lnTo>
                    <a:pt x="12167" y="391604"/>
                  </a:lnTo>
                  <a:lnTo>
                    <a:pt x="37575" y="423694"/>
                  </a:lnTo>
                  <a:lnTo>
                    <a:pt x="97871" y="432061"/>
                  </a:lnTo>
                  <a:lnTo>
                    <a:pt x="144496" y="435834"/>
                  </a:lnTo>
                  <a:lnTo>
                    <a:pt x="181905" y="438149"/>
                  </a:lnTo>
                  <a:lnTo>
                    <a:pt x="393281" y="438149"/>
                  </a:lnTo>
                  <a:lnTo>
                    <a:pt x="397358" y="434073"/>
                  </a:lnTo>
                  <a:lnTo>
                    <a:pt x="397358" y="418960"/>
                  </a:lnTo>
                  <a:lnTo>
                    <a:pt x="394068" y="416077"/>
                  </a:lnTo>
                  <a:lnTo>
                    <a:pt x="282156" y="416077"/>
                  </a:lnTo>
                  <a:lnTo>
                    <a:pt x="236441" y="415627"/>
                  </a:lnTo>
                  <a:lnTo>
                    <a:pt x="190829" y="414209"/>
                  </a:lnTo>
                  <a:lnTo>
                    <a:pt x="145251" y="411721"/>
                  </a:lnTo>
                  <a:lnTo>
                    <a:pt x="99639" y="408059"/>
                  </a:lnTo>
                  <a:lnTo>
                    <a:pt x="53924" y="403123"/>
                  </a:lnTo>
                  <a:lnTo>
                    <a:pt x="45288" y="402399"/>
                  </a:lnTo>
                  <a:lnTo>
                    <a:pt x="31812" y="338930"/>
                  </a:lnTo>
                  <a:lnTo>
                    <a:pt x="28111" y="291096"/>
                  </a:lnTo>
                  <a:lnTo>
                    <a:pt x="26339" y="245161"/>
                  </a:lnTo>
                  <a:lnTo>
                    <a:pt x="26353" y="192659"/>
                  </a:lnTo>
                  <a:lnTo>
                    <a:pt x="28111" y="147014"/>
                  </a:lnTo>
                  <a:lnTo>
                    <a:pt x="31812" y="99003"/>
                  </a:lnTo>
                  <a:lnTo>
                    <a:pt x="37363" y="51104"/>
                  </a:lnTo>
                  <a:lnTo>
                    <a:pt x="100506" y="30240"/>
                  </a:lnTo>
                  <a:lnTo>
                    <a:pt x="146983" y="26823"/>
                  </a:lnTo>
                  <a:lnTo>
                    <a:pt x="193424" y="24341"/>
                  </a:lnTo>
                  <a:lnTo>
                    <a:pt x="239898" y="22826"/>
                  </a:lnTo>
                  <a:lnTo>
                    <a:pt x="286474" y="22313"/>
                  </a:lnTo>
                  <a:lnTo>
                    <a:pt x="542160" y="22313"/>
                  </a:lnTo>
                  <a:lnTo>
                    <a:pt x="533932" y="16767"/>
                  </a:lnTo>
                  <a:lnTo>
                    <a:pt x="473386" y="8290"/>
                  </a:lnTo>
                  <a:lnTo>
                    <a:pt x="426299" y="4663"/>
                  </a:lnTo>
                  <a:lnTo>
                    <a:pt x="379211" y="2072"/>
                  </a:lnTo>
                  <a:lnTo>
                    <a:pt x="332124" y="518"/>
                  </a:lnTo>
                  <a:lnTo>
                    <a:pt x="285039" y="0"/>
                  </a:lnTo>
                  <a:close/>
                </a:path>
                <a:path w="571500" h="438150">
                  <a:moveTo>
                    <a:pt x="542160" y="22313"/>
                  </a:moveTo>
                  <a:lnTo>
                    <a:pt x="286474" y="22313"/>
                  </a:lnTo>
                  <a:lnTo>
                    <a:pt x="332772" y="22826"/>
                  </a:lnTo>
                  <a:lnTo>
                    <a:pt x="379175" y="24341"/>
                  </a:lnTo>
                  <a:lnTo>
                    <a:pt x="425612" y="26823"/>
                  </a:lnTo>
                  <a:lnTo>
                    <a:pt x="472014" y="30240"/>
                  </a:lnTo>
                  <a:lnTo>
                    <a:pt x="518312" y="34556"/>
                  </a:lnTo>
                  <a:lnTo>
                    <a:pt x="535597" y="51104"/>
                  </a:lnTo>
                  <a:lnTo>
                    <a:pt x="541415" y="99003"/>
                  </a:lnTo>
                  <a:lnTo>
                    <a:pt x="545297" y="147113"/>
                  </a:lnTo>
                  <a:lnTo>
                    <a:pt x="547135" y="192659"/>
                  </a:lnTo>
                  <a:lnTo>
                    <a:pt x="547150" y="245161"/>
                  </a:lnTo>
                  <a:lnTo>
                    <a:pt x="545293" y="291096"/>
                  </a:lnTo>
                  <a:lnTo>
                    <a:pt x="541415" y="338930"/>
                  </a:lnTo>
                  <a:lnTo>
                    <a:pt x="535597" y="386562"/>
                  </a:lnTo>
                  <a:lnTo>
                    <a:pt x="534873" y="394487"/>
                  </a:lnTo>
                  <a:lnTo>
                    <a:pt x="526961" y="402399"/>
                  </a:lnTo>
                  <a:lnTo>
                    <a:pt x="518312" y="403123"/>
                  </a:lnTo>
                  <a:lnTo>
                    <a:pt x="500058" y="405561"/>
                  </a:lnTo>
                  <a:lnTo>
                    <a:pt x="481868" y="407528"/>
                  </a:lnTo>
                  <a:lnTo>
                    <a:pt x="463543" y="409093"/>
                  </a:lnTo>
                  <a:lnTo>
                    <a:pt x="444881" y="410324"/>
                  </a:lnTo>
                  <a:lnTo>
                    <a:pt x="438391" y="410324"/>
                  </a:lnTo>
                  <a:lnTo>
                    <a:pt x="433362" y="416801"/>
                  </a:lnTo>
                  <a:lnTo>
                    <a:pt x="433362" y="429031"/>
                  </a:lnTo>
                  <a:lnTo>
                    <a:pt x="438391" y="434073"/>
                  </a:lnTo>
                  <a:lnTo>
                    <a:pt x="445592" y="434073"/>
                  </a:lnTo>
                  <a:lnTo>
                    <a:pt x="464497" y="432126"/>
                  </a:lnTo>
                  <a:lnTo>
                    <a:pt x="502297" y="428502"/>
                  </a:lnTo>
                  <a:lnTo>
                    <a:pt x="546759" y="414273"/>
                  </a:lnTo>
                  <a:lnTo>
                    <a:pt x="565440" y="341649"/>
                  </a:lnTo>
                  <a:lnTo>
                    <a:pt x="569481" y="293374"/>
                  </a:lnTo>
                  <a:lnTo>
                    <a:pt x="571246" y="250211"/>
                  </a:lnTo>
                  <a:lnTo>
                    <a:pt x="571246" y="192659"/>
                  </a:lnTo>
                  <a:lnTo>
                    <a:pt x="569230" y="147014"/>
                  </a:lnTo>
                  <a:lnTo>
                    <a:pt x="564986" y="98259"/>
                  </a:lnTo>
                  <a:lnTo>
                    <a:pt x="558635" y="49669"/>
                  </a:lnTo>
                  <a:lnTo>
                    <a:pt x="545497" y="24563"/>
                  </a:lnTo>
                  <a:lnTo>
                    <a:pt x="542160" y="22313"/>
                  </a:lnTo>
                  <a:close/>
                </a:path>
                <a:path w="571500" h="438150">
                  <a:moveTo>
                    <a:pt x="391604" y="413918"/>
                  </a:moveTo>
                  <a:lnTo>
                    <a:pt x="384404" y="413918"/>
                  </a:lnTo>
                  <a:lnTo>
                    <a:pt x="358908" y="414861"/>
                  </a:lnTo>
                  <a:lnTo>
                    <a:pt x="333280" y="415536"/>
                  </a:lnTo>
                  <a:lnTo>
                    <a:pt x="307651" y="415941"/>
                  </a:lnTo>
                  <a:lnTo>
                    <a:pt x="282156" y="416077"/>
                  </a:lnTo>
                  <a:lnTo>
                    <a:pt x="394068" y="416077"/>
                  </a:lnTo>
                  <a:lnTo>
                    <a:pt x="391604" y="413918"/>
                  </a:lnTo>
                  <a:close/>
                </a:path>
              </a:pathLst>
            </a:custGeom>
            <a:solidFill>
              <a:srgbClr val="F3F3F3"/>
            </a:solidFill>
          </p:spPr>
          <p:txBody>
            <a:bodyPr wrap="square" lIns="0" tIns="0" rIns="0" bIns="0" rtlCol="0"/>
            <a:lstStyle/>
            <a:p>
              <a:endParaRPr/>
            </a:p>
          </p:txBody>
        </p:sp>
        <p:pic>
          <p:nvPicPr>
            <p:cNvPr id="32" name="object 32"/>
            <p:cNvPicPr/>
            <p:nvPr/>
          </p:nvPicPr>
          <p:blipFill>
            <a:blip r:embed="rId5" cstate="print"/>
            <a:stretch>
              <a:fillRect/>
            </a:stretch>
          </p:blipFill>
          <p:spPr>
            <a:xfrm>
              <a:off x="7558557" y="6616814"/>
              <a:ext cx="232549" cy="243306"/>
            </a:xfrm>
            <a:prstGeom prst="rect">
              <a:avLst/>
            </a:prstGeom>
          </p:spPr>
        </p:pic>
      </p:grpSp>
      <p:grpSp>
        <p:nvGrpSpPr>
          <p:cNvPr id="33" name="object 33"/>
          <p:cNvGrpSpPr/>
          <p:nvPr/>
        </p:nvGrpSpPr>
        <p:grpSpPr>
          <a:xfrm>
            <a:off x="719" y="0"/>
            <a:ext cx="2238375" cy="4457700"/>
            <a:chOff x="719" y="0"/>
            <a:chExt cx="2238375" cy="4457700"/>
          </a:xfrm>
        </p:grpSpPr>
        <p:sp>
          <p:nvSpPr>
            <p:cNvPr id="34" name="object 34"/>
            <p:cNvSpPr/>
            <p:nvPr/>
          </p:nvSpPr>
          <p:spPr>
            <a:xfrm>
              <a:off x="719" y="0"/>
              <a:ext cx="2238375" cy="4457700"/>
            </a:xfrm>
            <a:custGeom>
              <a:avLst/>
              <a:gdLst/>
              <a:ahLst/>
              <a:cxnLst/>
              <a:rect l="l" t="t" r="r" b="b"/>
              <a:pathLst>
                <a:path w="2238375" h="4457700">
                  <a:moveTo>
                    <a:pt x="1136823" y="2243480"/>
                  </a:moveTo>
                  <a:lnTo>
                    <a:pt x="1106587" y="2243480"/>
                  </a:lnTo>
                  <a:lnTo>
                    <a:pt x="1106587" y="2797873"/>
                  </a:lnTo>
                  <a:lnTo>
                    <a:pt x="2212458" y="2797873"/>
                  </a:lnTo>
                  <a:lnTo>
                    <a:pt x="2212458" y="3322027"/>
                  </a:lnTo>
                  <a:lnTo>
                    <a:pt x="1106587" y="3322027"/>
                  </a:lnTo>
                  <a:lnTo>
                    <a:pt x="1106587" y="3905211"/>
                  </a:lnTo>
                  <a:lnTo>
                    <a:pt x="1659765" y="4457699"/>
                  </a:lnTo>
                  <a:lnTo>
                    <a:pt x="2238374" y="4457699"/>
                  </a:lnTo>
                  <a:lnTo>
                    <a:pt x="2238374" y="4429366"/>
                  </a:lnTo>
                  <a:lnTo>
                    <a:pt x="1689764" y="4429366"/>
                  </a:lnTo>
                  <a:lnTo>
                    <a:pt x="1689764" y="4416412"/>
                  </a:lnTo>
                  <a:lnTo>
                    <a:pt x="1660961" y="4416412"/>
                  </a:lnTo>
                  <a:lnTo>
                    <a:pt x="1148342" y="3905211"/>
                  </a:lnTo>
                  <a:lnTo>
                    <a:pt x="2238374" y="3905211"/>
                  </a:lnTo>
                  <a:lnTo>
                    <a:pt x="2238374" y="3874985"/>
                  </a:lnTo>
                  <a:lnTo>
                    <a:pt x="1136823" y="3874985"/>
                  </a:lnTo>
                  <a:lnTo>
                    <a:pt x="1136823" y="3352266"/>
                  </a:lnTo>
                  <a:lnTo>
                    <a:pt x="2238374" y="3352266"/>
                  </a:lnTo>
                  <a:lnTo>
                    <a:pt x="2238374" y="2767634"/>
                  </a:lnTo>
                  <a:lnTo>
                    <a:pt x="1136823" y="2767634"/>
                  </a:lnTo>
                  <a:lnTo>
                    <a:pt x="1136823" y="2243480"/>
                  </a:lnTo>
                  <a:close/>
                </a:path>
                <a:path w="2238375" h="4457700">
                  <a:moveTo>
                    <a:pt x="2238374" y="3905211"/>
                  </a:moveTo>
                  <a:lnTo>
                    <a:pt x="2212458" y="3905211"/>
                  </a:lnTo>
                  <a:lnTo>
                    <a:pt x="2212458" y="4429366"/>
                  </a:lnTo>
                  <a:lnTo>
                    <a:pt x="2238374" y="4429366"/>
                  </a:lnTo>
                  <a:lnTo>
                    <a:pt x="2238374" y="3905211"/>
                  </a:lnTo>
                  <a:close/>
                </a:path>
                <a:path w="2238375" h="4457700">
                  <a:moveTo>
                    <a:pt x="1689764" y="3905211"/>
                  </a:moveTo>
                  <a:lnTo>
                    <a:pt x="1660961" y="3905211"/>
                  </a:lnTo>
                  <a:lnTo>
                    <a:pt x="1660961" y="4416412"/>
                  </a:lnTo>
                  <a:lnTo>
                    <a:pt x="1689764" y="4416412"/>
                  </a:lnTo>
                  <a:lnTo>
                    <a:pt x="1689764" y="3905211"/>
                  </a:lnTo>
                  <a:close/>
                </a:path>
                <a:path w="2238375" h="4457700">
                  <a:moveTo>
                    <a:pt x="1689764" y="3352266"/>
                  </a:moveTo>
                  <a:lnTo>
                    <a:pt x="1660961" y="3352266"/>
                  </a:lnTo>
                  <a:lnTo>
                    <a:pt x="1660961" y="3874985"/>
                  </a:lnTo>
                  <a:lnTo>
                    <a:pt x="1689764" y="3874985"/>
                  </a:lnTo>
                  <a:lnTo>
                    <a:pt x="1689764" y="3352266"/>
                  </a:lnTo>
                  <a:close/>
                </a:path>
                <a:path w="2238375" h="4457700">
                  <a:moveTo>
                    <a:pt x="1689764" y="2797873"/>
                  </a:moveTo>
                  <a:lnTo>
                    <a:pt x="1660961" y="2797873"/>
                  </a:lnTo>
                  <a:lnTo>
                    <a:pt x="1660961" y="3322027"/>
                  </a:lnTo>
                  <a:lnTo>
                    <a:pt x="1689764" y="3322027"/>
                  </a:lnTo>
                  <a:lnTo>
                    <a:pt x="1689764" y="2797873"/>
                  </a:lnTo>
                  <a:close/>
                </a:path>
                <a:path w="2238375" h="4457700">
                  <a:moveTo>
                    <a:pt x="582453" y="1690535"/>
                  </a:moveTo>
                  <a:lnTo>
                    <a:pt x="552211" y="1690535"/>
                  </a:lnTo>
                  <a:lnTo>
                    <a:pt x="552211" y="2243480"/>
                  </a:lnTo>
                  <a:lnTo>
                    <a:pt x="1660961" y="2243480"/>
                  </a:lnTo>
                  <a:lnTo>
                    <a:pt x="1660961" y="2767634"/>
                  </a:lnTo>
                  <a:lnTo>
                    <a:pt x="1689764" y="2767634"/>
                  </a:lnTo>
                  <a:lnTo>
                    <a:pt x="1689764" y="2213241"/>
                  </a:lnTo>
                  <a:lnTo>
                    <a:pt x="582453" y="2213241"/>
                  </a:lnTo>
                  <a:lnTo>
                    <a:pt x="582453" y="1690535"/>
                  </a:lnTo>
                  <a:close/>
                </a:path>
                <a:path w="2238375" h="4457700">
                  <a:moveTo>
                    <a:pt x="1136823" y="584631"/>
                  </a:moveTo>
                  <a:lnTo>
                    <a:pt x="1106587" y="584631"/>
                  </a:lnTo>
                  <a:lnTo>
                    <a:pt x="1106587" y="1107338"/>
                  </a:lnTo>
                  <a:lnTo>
                    <a:pt x="0" y="1107338"/>
                  </a:lnTo>
                  <a:lnTo>
                    <a:pt x="0" y="1690535"/>
                  </a:lnTo>
                  <a:lnTo>
                    <a:pt x="1106587" y="1690535"/>
                  </a:lnTo>
                  <a:lnTo>
                    <a:pt x="1106587" y="2213241"/>
                  </a:lnTo>
                  <a:lnTo>
                    <a:pt x="1136823" y="2213241"/>
                  </a:lnTo>
                  <a:lnTo>
                    <a:pt x="1136823" y="1709254"/>
                  </a:lnTo>
                  <a:lnTo>
                    <a:pt x="1179131" y="1709254"/>
                  </a:lnTo>
                  <a:lnTo>
                    <a:pt x="1136823" y="1667497"/>
                  </a:lnTo>
                  <a:lnTo>
                    <a:pt x="1136823" y="1661731"/>
                  </a:lnTo>
                  <a:lnTo>
                    <a:pt x="29517" y="1661731"/>
                  </a:lnTo>
                  <a:lnTo>
                    <a:pt x="29517" y="1137577"/>
                  </a:lnTo>
                  <a:lnTo>
                    <a:pt x="1136823" y="1137577"/>
                  </a:lnTo>
                  <a:lnTo>
                    <a:pt x="1136823" y="584631"/>
                  </a:lnTo>
                  <a:close/>
                </a:path>
                <a:path w="2238375" h="4457700">
                  <a:moveTo>
                    <a:pt x="1179131" y="1709254"/>
                  </a:moveTo>
                  <a:lnTo>
                    <a:pt x="1136823" y="1709254"/>
                  </a:lnTo>
                  <a:lnTo>
                    <a:pt x="1646559" y="2213241"/>
                  </a:lnTo>
                  <a:lnTo>
                    <a:pt x="1689764" y="2213241"/>
                  </a:lnTo>
                  <a:lnTo>
                    <a:pt x="1179131" y="1709254"/>
                  </a:lnTo>
                  <a:close/>
                </a:path>
                <a:path w="2238375" h="4457700">
                  <a:moveTo>
                    <a:pt x="602610" y="1137577"/>
                  </a:moveTo>
                  <a:lnTo>
                    <a:pt x="552211" y="1137577"/>
                  </a:lnTo>
                  <a:lnTo>
                    <a:pt x="552211" y="1661731"/>
                  </a:lnTo>
                  <a:lnTo>
                    <a:pt x="582453" y="1661731"/>
                  </a:lnTo>
                  <a:lnTo>
                    <a:pt x="582453" y="1160627"/>
                  </a:lnTo>
                  <a:lnTo>
                    <a:pt x="625850" y="1160627"/>
                  </a:lnTo>
                  <a:lnTo>
                    <a:pt x="602610" y="1137577"/>
                  </a:lnTo>
                  <a:close/>
                </a:path>
                <a:path w="2238375" h="4457700">
                  <a:moveTo>
                    <a:pt x="625850" y="1160627"/>
                  </a:moveTo>
                  <a:lnTo>
                    <a:pt x="582453" y="1160627"/>
                  </a:lnTo>
                  <a:lnTo>
                    <a:pt x="1087868" y="1661731"/>
                  </a:lnTo>
                  <a:lnTo>
                    <a:pt x="1131063" y="1661731"/>
                  </a:lnTo>
                  <a:lnTo>
                    <a:pt x="625850" y="1160627"/>
                  </a:lnTo>
                  <a:close/>
                </a:path>
                <a:path w="2238375" h="4457700">
                  <a:moveTo>
                    <a:pt x="582453" y="0"/>
                  </a:moveTo>
                  <a:lnTo>
                    <a:pt x="0" y="0"/>
                  </a:lnTo>
                  <a:lnTo>
                    <a:pt x="0" y="584631"/>
                  </a:lnTo>
                  <a:lnTo>
                    <a:pt x="527733" y="1107338"/>
                  </a:lnTo>
                  <a:lnTo>
                    <a:pt x="582453" y="1107338"/>
                  </a:lnTo>
                  <a:lnTo>
                    <a:pt x="582453" y="1088618"/>
                  </a:lnTo>
                  <a:lnTo>
                    <a:pt x="552211" y="1088618"/>
                  </a:lnTo>
                  <a:lnTo>
                    <a:pt x="42480" y="584631"/>
                  </a:lnTo>
                  <a:lnTo>
                    <a:pt x="1136823" y="584631"/>
                  </a:lnTo>
                  <a:lnTo>
                    <a:pt x="1136823" y="554393"/>
                  </a:lnTo>
                  <a:lnTo>
                    <a:pt x="29517" y="554393"/>
                  </a:lnTo>
                  <a:lnTo>
                    <a:pt x="29517" y="30238"/>
                  </a:lnTo>
                  <a:lnTo>
                    <a:pt x="582453" y="30238"/>
                  </a:lnTo>
                  <a:lnTo>
                    <a:pt x="582453" y="0"/>
                  </a:lnTo>
                  <a:close/>
                </a:path>
                <a:path w="2238375" h="4457700">
                  <a:moveTo>
                    <a:pt x="582453" y="584631"/>
                  </a:moveTo>
                  <a:lnTo>
                    <a:pt x="552211" y="584631"/>
                  </a:lnTo>
                  <a:lnTo>
                    <a:pt x="552211" y="1088618"/>
                  </a:lnTo>
                  <a:lnTo>
                    <a:pt x="582453" y="1088618"/>
                  </a:lnTo>
                  <a:lnTo>
                    <a:pt x="582453" y="584631"/>
                  </a:lnTo>
                  <a:close/>
                </a:path>
                <a:path w="2238375" h="4457700">
                  <a:moveTo>
                    <a:pt x="582453" y="30238"/>
                  </a:moveTo>
                  <a:lnTo>
                    <a:pt x="552211" y="30238"/>
                  </a:lnTo>
                  <a:lnTo>
                    <a:pt x="552211" y="554393"/>
                  </a:lnTo>
                  <a:lnTo>
                    <a:pt x="582453" y="554393"/>
                  </a:lnTo>
                  <a:lnTo>
                    <a:pt x="582453" y="30238"/>
                  </a:lnTo>
                  <a:close/>
                </a:path>
              </a:pathLst>
            </a:custGeom>
            <a:solidFill>
              <a:srgbClr val="36D636"/>
            </a:solidFill>
          </p:spPr>
          <p:txBody>
            <a:bodyPr wrap="square" lIns="0" tIns="0" rIns="0" bIns="0" rtlCol="0"/>
            <a:lstStyle/>
            <a:p>
              <a:endParaRPr/>
            </a:p>
          </p:txBody>
        </p:sp>
        <p:sp>
          <p:nvSpPr>
            <p:cNvPr id="35" name="object 35"/>
            <p:cNvSpPr/>
            <p:nvPr/>
          </p:nvSpPr>
          <p:spPr>
            <a:xfrm>
              <a:off x="1782635" y="3449472"/>
              <a:ext cx="304165" cy="304165"/>
            </a:xfrm>
            <a:custGeom>
              <a:avLst/>
              <a:gdLst/>
              <a:ahLst/>
              <a:cxnLst/>
              <a:rect l="l" t="t" r="r" b="b"/>
              <a:pathLst>
                <a:path w="304164" h="304164">
                  <a:moveTo>
                    <a:pt x="151917" y="0"/>
                  </a:moveTo>
                  <a:lnTo>
                    <a:pt x="143992" y="0"/>
                  </a:lnTo>
                  <a:lnTo>
                    <a:pt x="136067" y="711"/>
                  </a:lnTo>
                  <a:lnTo>
                    <a:pt x="97193" y="10071"/>
                  </a:lnTo>
                  <a:lnTo>
                    <a:pt x="62636" y="28790"/>
                  </a:lnTo>
                  <a:lnTo>
                    <a:pt x="33832" y="56146"/>
                  </a:lnTo>
                  <a:lnTo>
                    <a:pt x="12954" y="89992"/>
                  </a:lnTo>
                  <a:lnTo>
                    <a:pt x="711" y="136067"/>
                  </a:lnTo>
                  <a:lnTo>
                    <a:pt x="0" y="143992"/>
                  </a:lnTo>
                  <a:lnTo>
                    <a:pt x="0" y="159829"/>
                  </a:lnTo>
                  <a:lnTo>
                    <a:pt x="7200" y="198704"/>
                  </a:lnTo>
                  <a:lnTo>
                    <a:pt x="24472" y="234708"/>
                  </a:lnTo>
                  <a:lnTo>
                    <a:pt x="50393" y="264947"/>
                  </a:lnTo>
                  <a:lnTo>
                    <a:pt x="89992" y="290868"/>
                  </a:lnTo>
                  <a:lnTo>
                    <a:pt x="136067" y="303110"/>
                  </a:lnTo>
                  <a:lnTo>
                    <a:pt x="143992" y="303822"/>
                  </a:lnTo>
                  <a:lnTo>
                    <a:pt x="151917" y="303822"/>
                  </a:lnTo>
                  <a:lnTo>
                    <a:pt x="159829" y="303822"/>
                  </a:lnTo>
                  <a:lnTo>
                    <a:pt x="167754" y="303110"/>
                  </a:lnTo>
                  <a:lnTo>
                    <a:pt x="183591" y="300228"/>
                  </a:lnTo>
                  <a:lnTo>
                    <a:pt x="190792" y="298792"/>
                  </a:lnTo>
                  <a:lnTo>
                    <a:pt x="198704" y="295910"/>
                  </a:lnTo>
                  <a:lnTo>
                    <a:pt x="205905" y="293751"/>
                  </a:lnTo>
                  <a:lnTo>
                    <a:pt x="213106" y="290144"/>
                  </a:lnTo>
                  <a:lnTo>
                    <a:pt x="220306" y="287261"/>
                  </a:lnTo>
                  <a:lnTo>
                    <a:pt x="227507" y="282956"/>
                  </a:lnTo>
                  <a:lnTo>
                    <a:pt x="233984" y="279349"/>
                  </a:lnTo>
                  <a:lnTo>
                    <a:pt x="241185" y="274307"/>
                  </a:lnTo>
                  <a:lnTo>
                    <a:pt x="246938" y="269989"/>
                  </a:lnTo>
                  <a:lnTo>
                    <a:pt x="253428" y="264223"/>
                  </a:lnTo>
                  <a:lnTo>
                    <a:pt x="259181" y="259194"/>
                  </a:lnTo>
                  <a:lnTo>
                    <a:pt x="264223" y="253428"/>
                  </a:lnTo>
                  <a:lnTo>
                    <a:pt x="269265" y="246951"/>
                  </a:lnTo>
                  <a:lnTo>
                    <a:pt x="274307" y="241185"/>
                  </a:lnTo>
                  <a:lnTo>
                    <a:pt x="293027" y="205905"/>
                  </a:lnTo>
                  <a:lnTo>
                    <a:pt x="295897" y="198704"/>
                  </a:lnTo>
                  <a:lnTo>
                    <a:pt x="298056" y="190792"/>
                  </a:lnTo>
                  <a:lnTo>
                    <a:pt x="299504" y="183591"/>
                  </a:lnTo>
                  <a:lnTo>
                    <a:pt x="302387" y="167754"/>
                  </a:lnTo>
                  <a:lnTo>
                    <a:pt x="303098" y="159829"/>
                  </a:lnTo>
                  <a:lnTo>
                    <a:pt x="303098" y="151917"/>
                  </a:lnTo>
                  <a:lnTo>
                    <a:pt x="303822" y="151917"/>
                  </a:lnTo>
                  <a:lnTo>
                    <a:pt x="303822" y="143992"/>
                  </a:lnTo>
                  <a:lnTo>
                    <a:pt x="303098" y="136067"/>
                  </a:lnTo>
                  <a:lnTo>
                    <a:pt x="300228" y="120230"/>
                  </a:lnTo>
                  <a:lnTo>
                    <a:pt x="298780" y="113030"/>
                  </a:lnTo>
                  <a:lnTo>
                    <a:pt x="295897" y="105117"/>
                  </a:lnTo>
                  <a:lnTo>
                    <a:pt x="293751" y="97917"/>
                  </a:lnTo>
                  <a:lnTo>
                    <a:pt x="290144" y="90716"/>
                  </a:lnTo>
                  <a:lnTo>
                    <a:pt x="287261" y="83515"/>
                  </a:lnTo>
                  <a:lnTo>
                    <a:pt x="282943" y="76314"/>
                  </a:lnTo>
                  <a:lnTo>
                    <a:pt x="279349" y="69837"/>
                  </a:lnTo>
                  <a:lnTo>
                    <a:pt x="274307" y="62636"/>
                  </a:lnTo>
                  <a:lnTo>
                    <a:pt x="269989" y="56870"/>
                  </a:lnTo>
                  <a:lnTo>
                    <a:pt x="264223" y="50393"/>
                  </a:lnTo>
                  <a:lnTo>
                    <a:pt x="259181" y="44627"/>
                  </a:lnTo>
                  <a:lnTo>
                    <a:pt x="253428" y="39598"/>
                  </a:lnTo>
                  <a:lnTo>
                    <a:pt x="246938" y="34556"/>
                  </a:lnTo>
                  <a:lnTo>
                    <a:pt x="241185" y="29514"/>
                  </a:lnTo>
                  <a:lnTo>
                    <a:pt x="205905" y="10795"/>
                  </a:lnTo>
                  <a:lnTo>
                    <a:pt x="198704" y="7912"/>
                  </a:lnTo>
                  <a:lnTo>
                    <a:pt x="190792" y="5753"/>
                  </a:lnTo>
                  <a:lnTo>
                    <a:pt x="183591" y="4318"/>
                  </a:lnTo>
                  <a:lnTo>
                    <a:pt x="167754" y="1435"/>
                  </a:lnTo>
                  <a:lnTo>
                    <a:pt x="159829" y="711"/>
                  </a:lnTo>
                  <a:lnTo>
                    <a:pt x="151917" y="711"/>
                  </a:lnTo>
                  <a:lnTo>
                    <a:pt x="151917" y="0"/>
                  </a:lnTo>
                  <a:close/>
                </a:path>
              </a:pathLst>
            </a:custGeom>
            <a:solidFill>
              <a:srgbClr val="959595"/>
            </a:solidFill>
          </p:spPr>
          <p:txBody>
            <a:bodyPr wrap="square" lIns="0" tIns="0" rIns="0" bIns="0" rtlCol="0"/>
            <a:lstStyle/>
            <a:p>
              <a:endParaRPr/>
            </a:p>
          </p:txBody>
        </p:sp>
        <p:sp>
          <p:nvSpPr>
            <p:cNvPr id="36" name="object 36"/>
            <p:cNvSpPr/>
            <p:nvPr/>
          </p:nvSpPr>
          <p:spPr>
            <a:xfrm>
              <a:off x="1782630" y="3449437"/>
              <a:ext cx="304165" cy="304165"/>
            </a:xfrm>
            <a:custGeom>
              <a:avLst/>
              <a:gdLst/>
              <a:ahLst/>
              <a:cxnLst/>
              <a:rect l="l" t="t" r="r" b="b"/>
              <a:pathLst>
                <a:path w="304164" h="304164">
                  <a:moveTo>
                    <a:pt x="151914" y="303840"/>
                  </a:moveTo>
                  <a:lnTo>
                    <a:pt x="143990" y="303840"/>
                  </a:lnTo>
                  <a:lnTo>
                    <a:pt x="136078" y="303116"/>
                  </a:lnTo>
                  <a:lnTo>
                    <a:pt x="97191" y="293769"/>
                  </a:lnTo>
                  <a:lnTo>
                    <a:pt x="82802" y="287279"/>
                  </a:lnTo>
                  <a:lnTo>
                    <a:pt x="75601" y="283685"/>
                  </a:lnTo>
                  <a:lnTo>
                    <a:pt x="44639" y="259199"/>
                  </a:lnTo>
                  <a:lnTo>
                    <a:pt x="38886" y="253446"/>
                  </a:lnTo>
                  <a:lnTo>
                    <a:pt x="16560" y="221035"/>
                  </a:lnTo>
                  <a:lnTo>
                    <a:pt x="3606" y="183594"/>
                  </a:lnTo>
                  <a:lnTo>
                    <a:pt x="2158" y="175682"/>
                  </a:lnTo>
                  <a:lnTo>
                    <a:pt x="723" y="167770"/>
                  </a:lnTo>
                  <a:lnTo>
                    <a:pt x="0" y="159845"/>
                  </a:lnTo>
                  <a:lnTo>
                    <a:pt x="0" y="151920"/>
                  </a:lnTo>
                  <a:lnTo>
                    <a:pt x="0" y="144008"/>
                  </a:lnTo>
                  <a:lnTo>
                    <a:pt x="723" y="136083"/>
                  </a:lnTo>
                  <a:lnTo>
                    <a:pt x="2158" y="128158"/>
                  </a:lnTo>
                  <a:lnTo>
                    <a:pt x="3606" y="120246"/>
                  </a:lnTo>
                  <a:lnTo>
                    <a:pt x="5041" y="112321"/>
                  </a:lnTo>
                  <a:lnTo>
                    <a:pt x="7200" y="105120"/>
                  </a:lnTo>
                  <a:lnTo>
                    <a:pt x="10083" y="97207"/>
                  </a:lnTo>
                  <a:lnTo>
                    <a:pt x="12953" y="90006"/>
                  </a:lnTo>
                  <a:lnTo>
                    <a:pt x="16560" y="82805"/>
                  </a:lnTo>
                  <a:lnTo>
                    <a:pt x="20167" y="75604"/>
                  </a:lnTo>
                  <a:lnTo>
                    <a:pt x="24485" y="69127"/>
                  </a:lnTo>
                  <a:lnTo>
                    <a:pt x="28803" y="62637"/>
                  </a:lnTo>
                  <a:lnTo>
                    <a:pt x="33844" y="56160"/>
                  </a:lnTo>
                  <a:lnTo>
                    <a:pt x="62635" y="28804"/>
                  </a:lnTo>
                  <a:lnTo>
                    <a:pt x="97191" y="10084"/>
                  </a:lnTo>
                  <a:lnTo>
                    <a:pt x="120241" y="3606"/>
                  </a:lnTo>
                  <a:lnTo>
                    <a:pt x="128153" y="2159"/>
                  </a:lnTo>
                  <a:lnTo>
                    <a:pt x="136078" y="723"/>
                  </a:lnTo>
                  <a:lnTo>
                    <a:pt x="143990" y="0"/>
                  </a:lnTo>
                  <a:lnTo>
                    <a:pt x="151914" y="0"/>
                  </a:lnTo>
                  <a:lnTo>
                    <a:pt x="151914" y="723"/>
                  </a:lnTo>
                  <a:lnTo>
                    <a:pt x="159839" y="723"/>
                  </a:lnTo>
                  <a:lnTo>
                    <a:pt x="198713" y="7924"/>
                  </a:lnTo>
                  <a:lnTo>
                    <a:pt x="205914" y="10807"/>
                  </a:lnTo>
                  <a:lnTo>
                    <a:pt x="213838" y="13678"/>
                  </a:lnTo>
                  <a:lnTo>
                    <a:pt x="246947" y="34557"/>
                  </a:lnTo>
                  <a:lnTo>
                    <a:pt x="253436" y="39599"/>
                  </a:lnTo>
                  <a:lnTo>
                    <a:pt x="259189" y="44641"/>
                  </a:lnTo>
                  <a:lnTo>
                    <a:pt x="264231" y="50407"/>
                  </a:lnTo>
                  <a:lnTo>
                    <a:pt x="269984" y="56884"/>
                  </a:lnTo>
                  <a:lnTo>
                    <a:pt x="274302" y="62637"/>
                  </a:lnTo>
                  <a:lnTo>
                    <a:pt x="279344" y="69851"/>
                  </a:lnTo>
                  <a:lnTo>
                    <a:pt x="282951" y="76328"/>
                  </a:lnTo>
                  <a:lnTo>
                    <a:pt x="287269" y="83516"/>
                  </a:lnTo>
                  <a:lnTo>
                    <a:pt x="290151" y="90717"/>
                  </a:lnTo>
                  <a:lnTo>
                    <a:pt x="293746" y="97918"/>
                  </a:lnTo>
                  <a:lnTo>
                    <a:pt x="295904" y="105120"/>
                  </a:lnTo>
                  <a:lnTo>
                    <a:pt x="303829" y="144008"/>
                  </a:lnTo>
                  <a:lnTo>
                    <a:pt x="303829" y="151920"/>
                  </a:lnTo>
                  <a:lnTo>
                    <a:pt x="303105" y="151920"/>
                  </a:lnTo>
                  <a:lnTo>
                    <a:pt x="303105" y="159845"/>
                  </a:lnTo>
                  <a:lnTo>
                    <a:pt x="295904" y="198720"/>
                  </a:lnTo>
                  <a:lnTo>
                    <a:pt x="293034" y="205921"/>
                  </a:lnTo>
                  <a:lnTo>
                    <a:pt x="290151" y="213846"/>
                  </a:lnTo>
                  <a:lnTo>
                    <a:pt x="269260" y="246956"/>
                  </a:lnTo>
                  <a:lnTo>
                    <a:pt x="264231" y="253446"/>
                  </a:lnTo>
                  <a:lnTo>
                    <a:pt x="259189" y="259199"/>
                  </a:lnTo>
                  <a:lnTo>
                    <a:pt x="253436" y="264241"/>
                  </a:lnTo>
                  <a:lnTo>
                    <a:pt x="246947" y="269994"/>
                  </a:lnTo>
                  <a:lnTo>
                    <a:pt x="241181" y="274325"/>
                  </a:lnTo>
                  <a:lnTo>
                    <a:pt x="233993" y="279367"/>
                  </a:lnTo>
                  <a:lnTo>
                    <a:pt x="227516" y="282961"/>
                  </a:lnTo>
                  <a:lnTo>
                    <a:pt x="220315" y="287279"/>
                  </a:lnTo>
                  <a:lnTo>
                    <a:pt x="213115" y="290162"/>
                  </a:lnTo>
                  <a:lnTo>
                    <a:pt x="205914" y="293769"/>
                  </a:lnTo>
                  <a:lnTo>
                    <a:pt x="198713" y="295915"/>
                  </a:lnTo>
                  <a:lnTo>
                    <a:pt x="159839" y="303840"/>
                  </a:lnTo>
                  <a:lnTo>
                    <a:pt x="151914" y="303840"/>
                  </a:lnTo>
                  <a:close/>
                </a:path>
              </a:pathLst>
            </a:custGeom>
            <a:ln w="18719">
              <a:solidFill>
                <a:srgbClr val="959595"/>
              </a:solidFill>
            </a:ln>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TotalTime>
  <Words>374</Words>
  <Application>Microsoft Office PowerPoint</Application>
  <PresentationFormat>Custom</PresentationFormat>
  <Paragraphs>61</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Book Antiqua</vt:lpstr>
      <vt:lpstr>Calibri</vt:lpstr>
      <vt:lpstr>Lucida Sans</vt:lpstr>
      <vt:lpstr>Source Sans 3</vt:lpstr>
      <vt:lpstr>Wingdings</vt:lpstr>
      <vt:lpstr>Office Theme</vt:lpstr>
      <vt:lpstr>ATM  Simulator  System (Overview  and  Design)</vt:lpstr>
      <vt:lpstr>Introduction</vt:lpstr>
      <vt:lpstr>Project Overview</vt:lpstr>
      <vt:lpstr> User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Security Features</vt:lpstr>
      <vt:lpstr>Challenges Faced</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  Simulator  System (Overview  and  Design)</dc:title>
  <dc:creator>Ovijit Chandra Balo</dc:creator>
  <cp:lastModifiedBy>Ovijit Chandra Balo</cp:lastModifiedBy>
  <cp:revision>1</cp:revision>
  <dcterms:created xsi:type="dcterms:W3CDTF">2024-05-18T18:33:24Z</dcterms:created>
  <dcterms:modified xsi:type="dcterms:W3CDTF">2024-05-18T21:42:30Z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2024-05-18T00:00:00Z</vt:filetime>
  </property>
  <property fmtid="{D5CDD505-2E9C-101B-9397-08002B2CF9AE}" pid="3" name="Creator">
    <vt:lpwstr>Chromium</vt:lpwstr>
  </property>
  <property fmtid="{D5CDD505-2E9C-101B-9397-08002B2CF9AE}" pid="4" name="LastSaved">
    <vt:filetime>2024-05-18T00:00:00Z</vt:filetime>
  </property>
  <property fmtid="{D5CDD505-2E9C-101B-9397-08002B2CF9AE}" pid="5" name="Producer">
    <vt:lpwstr>GPL Ghostscript 10.02.0</vt:lpwstr>
  </property>
</Properties>
</file>